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4"/>
  </p:notesMasterIdLst>
  <p:sldIdLst>
    <p:sldId id="256" r:id="rId2"/>
    <p:sldId id="258" r:id="rId3"/>
    <p:sldId id="259" r:id="rId4"/>
    <p:sldId id="262" r:id="rId5"/>
    <p:sldId id="263" r:id="rId6"/>
    <p:sldId id="261" r:id="rId7"/>
    <p:sldId id="266" r:id="rId8"/>
    <p:sldId id="268" r:id="rId9"/>
    <p:sldId id="269" r:id="rId10"/>
    <p:sldId id="270" r:id="rId11"/>
    <p:sldId id="260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C01"/>
    <a:srgbClr val="FF9719"/>
    <a:srgbClr val="21A5FF"/>
    <a:srgbClr val="004C7F"/>
    <a:srgbClr val="F47120"/>
    <a:srgbClr val="00427E"/>
    <a:srgbClr val="00757E"/>
    <a:srgbClr val="009CA8"/>
    <a:srgbClr val="0050A8"/>
    <a:srgbClr val="005B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13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bin Jalilifard" userId="d4991b94b3c7b29d" providerId="LiveId" clId="{E567E20D-BF4D-4256-860D-0605C863329F}"/>
    <pc:docChg chg="modSld">
      <pc:chgData name="Mobin Jalilifard" userId="d4991b94b3c7b29d" providerId="LiveId" clId="{E567E20D-BF4D-4256-860D-0605C863329F}" dt="2025-03-09T18:53:13.778" v="19" actId="20577"/>
      <pc:docMkLst>
        <pc:docMk/>
      </pc:docMkLst>
      <pc:sldChg chg="modSp">
        <pc:chgData name="Mobin Jalilifard" userId="d4991b94b3c7b29d" providerId="LiveId" clId="{E567E20D-BF4D-4256-860D-0605C863329F}" dt="2025-03-09T18:53:13.778" v="19" actId="20577"/>
        <pc:sldMkLst>
          <pc:docMk/>
          <pc:sldMk cId="1067183705" sldId="262"/>
        </pc:sldMkLst>
        <pc:spChg chg="mod">
          <ac:chgData name="Mobin Jalilifard" userId="d4991b94b3c7b29d" providerId="LiveId" clId="{E567E20D-BF4D-4256-860D-0605C863329F}" dt="2025-03-09T18:53:13.778" v="19" actId="20577"/>
          <ac:spMkLst>
            <pc:docMk/>
            <pc:sldMk cId="1067183705" sldId="262"/>
            <ac:spMk id="4" creationId="{270DF9B0-A876-E21D-534A-69EFF58E9436}"/>
          </ac:spMkLst>
        </pc:spChg>
      </pc:sldChg>
    </pc:docChg>
  </pc:docChgLst>
  <pc:docChgLst>
    <pc:chgData name="Mobin Jalilifard" userId="d4991b94b3c7b29d" providerId="LiveId" clId="{3831B420-A06B-4C85-8321-45E520341C97}"/>
    <pc:docChg chg="undo custSel addSld modSld sldOrd">
      <pc:chgData name="Mobin Jalilifard" userId="d4991b94b3c7b29d" providerId="LiveId" clId="{3831B420-A06B-4C85-8321-45E520341C97}" dt="2024-12-19T20:59:55.970" v="1568" actId="2711"/>
      <pc:docMkLst>
        <pc:docMk/>
      </pc:docMkLst>
      <pc:sldChg chg="addSp delSp modSp mod">
        <pc:chgData name="Mobin Jalilifard" userId="d4991b94b3c7b29d" providerId="LiveId" clId="{3831B420-A06B-4C85-8321-45E520341C97}" dt="2024-12-19T18:17:23.608" v="120" actId="478"/>
        <pc:sldMkLst>
          <pc:docMk/>
          <pc:sldMk cId="3067813666" sldId="256"/>
        </pc:sldMkLst>
      </pc:sldChg>
      <pc:sldChg chg="addSp delSp modSp mod ord">
        <pc:chgData name="Mobin Jalilifard" userId="d4991b94b3c7b29d" providerId="LiveId" clId="{3831B420-A06B-4C85-8321-45E520341C97}" dt="2024-12-19T18:35:18.456" v="260" actId="1076"/>
        <pc:sldMkLst>
          <pc:docMk/>
          <pc:sldMk cId="4229157853" sldId="259"/>
        </pc:sldMkLst>
        <pc:spChg chg="mod">
          <ac:chgData name="Mobin Jalilifard" userId="d4991b94b3c7b29d" providerId="LiveId" clId="{3831B420-A06B-4C85-8321-45E520341C97}" dt="2024-12-19T18:35:18.456" v="260" actId="1076"/>
          <ac:spMkLst>
            <pc:docMk/>
            <pc:sldMk cId="4229157853" sldId="259"/>
            <ac:spMk id="5" creationId="{5FCD5B4F-12A1-8F3B-B64D-E2654CA77B15}"/>
          </ac:spMkLst>
        </pc:spChg>
        <pc:spChg chg="mod">
          <ac:chgData name="Mobin Jalilifard" userId="d4991b94b3c7b29d" providerId="LiveId" clId="{3831B420-A06B-4C85-8321-45E520341C97}" dt="2024-12-19T18:33:16.589" v="221" actId="207"/>
          <ac:spMkLst>
            <pc:docMk/>
            <pc:sldMk cId="4229157853" sldId="259"/>
            <ac:spMk id="7" creationId="{390A5C80-3648-DD41-170C-9B54D1A985F5}"/>
          </ac:spMkLst>
        </pc:spChg>
        <pc:graphicFrameChg chg="mod modGraphic">
          <ac:chgData name="Mobin Jalilifard" userId="d4991b94b3c7b29d" providerId="LiveId" clId="{3831B420-A06B-4C85-8321-45E520341C97}" dt="2024-12-19T18:35:10.524" v="259" actId="12788"/>
          <ac:graphicFrameMkLst>
            <pc:docMk/>
            <pc:sldMk cId="4229157853" sldId="259"/>
            <ac:graphicFrameMk id="6" creationId="{5CCD0FE0-B4B7-04C5-D4EF-F054C007FB43}"/>
          </ac:graphicFrameMkLst>
        </pc:graphicFrameChg>
      </pc:sldChg>
      <pc:sldChg chg="addSp delSp modSp mod ord">
        <pc:chgData name="Mobin Jalilifard" userId="d4991b94b3c7b29d" providerId="LiveId" clId="{3831B420-A06B-4C85-8321-45E520341C97}" dt="2024-12-19T20:55:44.160" v="1559"/>
        <pc:sldMkLst>
          <pc:docMk/>
          <pc:sldMk cId="284882897" sldId="260"/>
        </pc:sldMkLst>
      </pc:sldChg>
      <pc:sldChg chg="addSp delSp modSp mod ord">
        <pc:chgData name="Mobin Jalilifard" userId="d4991b94b3c7b29d" providerId="LiveId" clId="{3831B420-A06B-4C85-8321-45E520341C97}" dt="2024-12-19T20:27:45.547" v="1303"/>
        <pc:sldMkLst>
          <pc:docMk/>
          <pc:sldMk cId="2868154518" sldId="261"/>
        </pc:sldMkLst>
      </pc:sldChg>
      <pc:sldChg chg="addSp modSp mod ord">
        <pc:chgData name="Mobin Jalilifard" userId="d4991b94b3c7b29d" providerId="LiveId" clId="{3831B420-A06B-4C85-8321-45E520341C97}" dt="2024-12-19T18:18:58.742" v="122"/>
        <pc:sldMkLst>
          <pc:docMk/>
          <pc:sldMk cId="1067183705" sldId="262"/>
        </pc:sldMkLst>
        <pc:spChg chg="mod">
          <ac:chgData name="Mobin Jalilifard" userId="d4991b94b3c7b29d" providerId="LiveId" clId="{3831B420-A06B-4C85-8321-45E520341C97}" dt="2024-12-19T17:59:06.533" v="2" actId="20577"/>
          <ac:spMkLst>
            <pc:docMk/>
            <pc:sldMk cId="1067183705" sldId="262"/>
            <ac:spMk id="4" creationId="{270DF9B0-A876-E21D-534A-69EFF58E9436}"/>
          </ac:spMkLst>
        </pc:spChg>
        <pc:spChg chg="mod">
          <ac:chgData name="Mobin Jalilifard" userId="d4991b94b3c7b29d" providerId="LiveId" clId="{3831B420-A06B-4C85-8321-45E520341C97}" dt="2024-12-19T18:02:53.420" v="7" actId="164"/>
          <ac:spMkLst>
            <pc:docMk/>
            <pc:sldMk cId="1067183705" sldId="262"/>
            <ac:spMk id="5" creationId="{C11F2675-8E4E-ED0B-2495-B12FFEF7F6F3}"/>
          </ac:spMkLst>
        </pc:spChg>
        <pc:spChg chg="mod">
          <ac:chgData name="Mobin Jalilifard" userId="d4991b94b3c7b29d" providerId="LiveId" clId="{3831B420-A06B-4C85-8321-45E520341C97}" dt="2024-12-19T18:02:53.420" v="7" actId="164"/>
          <ac:spMkLst>
            <pc:docMk/>
            <pc:sldMk cId="1067183705" sldId="262"/>
            <ac:spMk id="6" creationId="{5F9B9689-C65D-7644-4EE9-198D6F01802B}"/>
          </ac:spMkLst>
        </pc:spChg>
        <pc:spChg chg="add mod">
          <ac:chgData name="Mobin Jalilifard" userId="d4991b94b3c7b29d" providerId="LiveId" clId="{3831B420-A06B-4C85-8321-45E520341C97}" dt="2024-12-19T18:12:31.586" v="67" actId="1076"/>
          <ac:spMkLst>
            <pc:docMk/>
            <pc:sldMk cId="1067183705" sldId="262"/>
            <ac:spMk id="8" creationId="{3905AE1F-4EAA-8158-769E-7B7BB77A155C}"/>
          </ac:spMkLst>
        </pc:spChg>
        <pc:spChg chg="mod">
          <ac:chgData name="Mobin Jalilifard" userId="d4991b94b3c7b29d" providerId="LiveId" clId="{3831B420-A06B-4C85-8321-45E520341C97}" dt="2024-12-19T18:02:53.420" v="7" actId="164"/>
          <ac:spMkLst>
            <pc:docMk/>
            <pc:sldMk cId="1067183705" sldId="262"/>
            <ac:spMk id="9" creationId="{357B70DC-205F-190D-E649-B23ED06E75D1}"/>
          </ac:spMkLst>
        </pc:spChg>
        <pc:grpChg chg="add mod">
          <ac:chgData name="Mobin Jalilifard" userId="d4991b94b3c7b29d" providerId="LiveId" clId="{3831B420-A06B-4C85-8321-45E520341C97}" dt="2024-12-19T18:03:09.261" v="27" actId="1038"/>
          <ac:grpSpMkLst>
            <pc:docMk/>
            <pc:sldMk cId="1067183705" sldId="262"/>
            <ac:grpSpMk id="7" creationId="{C88CB233-61E2-4410-5C89-8F7DA1B0DFFC}"/>
          </ac:grpSpMkLst>
        </pc:grpChg>
        <pc:picChg chg="mod">
          <ac:chgData name="Mobin Jalilifard" userId="d4991b94b3c7b29d" providerId="LiveId" clId="{3831B420-A06B-4C85-8321-45E520341C97}" dt="2024-12-19T18:12:27.777" v="66" actId="1076"/>
          <ac:picMkLst>
            <pc:docMk/>
            <pc:sldMk cId="1067183705" sldId="262"/>
            <ac:picMk id="1026" creationId="{D2439EE3-2E30-4536-BD12-BCBAFE6C3F52}"/>
          </ac:picMkLst>
        </pc:picChg>
      </pc:sldChg>
      <pc:sldChg chg="addSp delSp modSp mod ord">
        <pc:chgData name="Mobin Jalilifard" userId="d4991b94b3c7b29d" providerId="LiveId" clId="{3831B420-A06B-4C85-8321-45E520341C97}" dt="2024-12-19T20:35:24.924" v="1328" actId="20577"/>
        <pc:sldMkLst>
          <pc:docMk/>
          <pc:sldMk cId="33153691" sldId="263"/>
        </pc:sldMkLst>
        <pc:spChg chg="add mod topLvl">
          <ac:chgData name="Mobin Jalilifard" userId="d4991b94b3c7b29d" providerId="LiveId" clId="{3831B420-A06B-4C85-8321-45E520341C97}" dt="2024-12-19T20:14:41.597" v="1080" actId="1076"/>
          <ac:spMkLst>
            <pc:docMk/>
            <pc:sldMk cId="33153691" sldId="263"/>
            <ac:spMk id="3" creationId="{8D94505A-9897-3CE0-0E69-F9790038A8F9}"/>
          </ac:spMkLst>
        </pc:spChg>
        <pc:spChg chg="add mod topLvl">
          <ac:chgData name="Mobin Jalilifard" userId="d4991b94b3c7b29d" providerId="LiveId" clId="{3831B420-A06B-4C85-8321-45E520341C97}" dt="2024-12-19T20:14:37.965" v="1078" actId="164"/>
          <ac:spMkLst>
            <pc:docMk/>
            <pc:sldMk cId="33153691" sldId="263"/>
            <ac:spMk id="4" creationId="{25E9ECCE-704E-9BCC-8D4E-F6596973AD68}"/>
          </ac:spMkLst>
        </pc:spChg>
        <pc:spChg chg="mod">
          <ac:chgData name="Mobin Jalilifard" userId="d4991b94b3c7b29d" providerId="LiveId" clId="{3831B420-A06B-4C85-8321-45E520341C97}" dt="2024-12-19T20:14:31.544" v="1077" actId="1076"/>
          <ac:spMkLst>
            <pc:docMk/>
            <pc:sldMk cId="33153691" sldId="263"/>
            <ac:spMk id="5" creationId="{7A7ABCEF-07C2-BB7C-A80D-60CC353B492E}"/>
          </ac:spMkLst>
        </pc:spChg>
        <pc:spChg chg="add del mod topLvl">
          <ac:chgData name="Mobin Jalilifard" userId="d4991b94b3c7b29d" providerId="LiveId" clId="{3831B420-A06B-4C85-8321-45E520341C97}" dt="2024-12-19T20:26:45.286" v="1297" actId="1037"/>
          <ac:spMkLst>
            <pc:docMk/>
            <pc:sldMk cId="33153691" sldId="263"/>
            <ac:spMk id="7" creationId="{08A5BD83-8955-4E5D-6614-DBBE52A0966F}"/>
          </ac:spMkLst>
        </pc:spChg>
        <pc:spChg chg="add mod topLvl">
          <ac:chgData name="Mobin Jalilifard" userId="d4991b94b3c7b29d" providerId="LiveId" clId="{3831B420-A06B-4C85-8321-45E520341C97}" dt="2024-12-19T20:26:53.391" v="1298" actId="164"/>
          <ac:spMkLst>
            <pc:docMk/>
            <pc:sldMk cId="33153691" sldId="263"/>
            <ac:spMk id="8" creationId="{82B8ED8D-FEDB-3EF4-A92A-AE67F79158D8}"/>
          </ac:spMkLst>
        </pc:spChg>
        <pc:spChg chg="add mod">
          <ac:chgData name="Mobin Jalilifard" userId="d4991b94b3c7b29d" providerId="LiveId" clId="{3831B420-A06B-4C85-8321-45E520341C97}" dt="2024-12-19T20:35:24.924" v="1328" actId="20577"/>
          <ac:spMkLst>
            <pc:docMk/>
            <pc:sldMk cId="33153691" sldId="263"/>
            <ac:spMk id="11" creationId="{69452346-51D9-2D87-697B-DAFFD72D8189}"/>
          </ac:spMkLst>
        </pc:spChg>
        <pc:spChg chg="add mod topLvl">
          <ac:chgData name="Mobin Jalilifard" userId="d4991b94b3c7b29d" providerId="LiveId" clId="{3831B420-A06B-4C85-8321-45E520341C97}" dt="2024-12-19T20:14:56.760" v="1085" actId="1076"/>
          <ac:spMkLst>
            <pc:docMk/>
            <pc:sldMk cId="33153691" sldId="263"/>
            <ac:spMk id="13" creationId="{F01F2E5C-D867-729B-D818-192150227ECD}"/>
          </ac:spMkLst>
        </pc:spChg>
        <pc:spChg chg="add mod">
          <ac:chgData name="Mobin Jalilifard" userId="d4991b94b3c7b29d" providerId="LiveId" clId="{3831B420-A06B-4C85-8321-45E520341C97}" dt="2024-12-19T20:34:23.018" v="1319" actId="20577"/>
          <ac:spMkLst>
            <pc:docMk/>
            <pc:sldMk cId="33153691" sldId="263"/>
            <ac:spMk id="17" creationId="{7DE45E5B-2DA9-B3ED-D2AF-640FDD816CFF}"/>
          </ac:spMkLst>
        </pc:spChg>
        <pc:spChg chg="add mod">
          <ac:chgData name="Mobin Jalilifard" userId="d4991b94b3c7b29d" providerId="LiveId" clId="{3831B420-A06B-4C85-8321-45E520341C97}" dt="2024-12-19T20:26:53.391" v="1298" actId="164"/>
          <ac:spMkLst>
            <pc:docMk/>
            <pc:sldMk cId="33153691" sldId="263"/>
            <ac:spMk id="24" creationId="{9AF3BF42-A0D0-4D2B-5FE1-52B9DBA1B3C2}"/>
          </ac:spMkLst>
        </pc:spChg>
        <pc:grpChg chg="add mod">
          <ac:chgData name="Mobin Jalilifard" userId="d4991b94b3c7b29d" providerId="LiveId" clId="{3831B420-A06B-4C85-8321-45E520341C97}" dt="2024-12-19T20:27:22.794" v="1301" actId="554"/>
          <ac:grpSpMkLst>
            <pc:docMk/>
            <pc:sldMk cId="33153691" sldId="263"/>
            <ac:grpSpMk id="19" creationId="{C67E74C2-830E-893F-F5F6-C8C70325DF8D}"/>
          </ac:grpSpMkLst>
        </pc:grpChg>
        <pc:grpChg chg="add mod">
          <ac:chgData name="Mobin Jalilifard" userId="d4991b94b3c7b29d" providerId="LiveId" clId="{3831B420-A06B-4C85-8321-45E520341C97}" dt="2024-12-19T20:27:22.794" v="1301" actId="554"/>
          <ac:grpSpMkLst>
            <pc:docMk/>
            <pc:sldMk cId="33153691" sldId="263"/>
            <ac:grpSpMk id="20" creationId="{1DF690E1-3BE7-C21B-BE1F-AD01A112FAE6}"/>
          </ac:grpSpMkLst>
        </pc:grpChg>
        <pc:grpChg chg="add mod">
          <ac:chgData name="Mobin Jalilifard" userId="d4991b94b3c7b29d" providerId="LiveId" clId="{3831B420-A06B-4C85-8321-45E520341C97}" dt="2024-12-19T20:27:16.480" v="1300" actId="554"/>
          <ac:grpSpMkLst>
            <pc:docMk/>
            <pc:sldMk cId="33153691" sldId="263"/>
            <ac:grpSpMk id="21" creationId="{3868A322-A28D-7691-6FB5-E77195B9CAAE}"/>
          </ac:grpSpMkLst>
        </pc:grpChg>
        <pc:grpChg chg="add mod">
          <ac:chgData name="Mobin Jalilifard" userId="d4991b94b3c7b29d" providerId="LiveId" clId="{3831B420-A06B-4C85-8321-45E520341C97}" dt="2024-12-19T20:27:16.480" v="1300" actId="554"/>
          <ac:grpSpMkLst>
            <pc:docMk/>
            <pc:sldMk cId="33153691" sldId="263"/>
            <ac:grpSpMk id="25" creationId="{F19B837B-377E-0A86-7F42-13776F54AFAB}"/>
          </ac:grpSpMkLst>
        </pc:grpChg>
      </pc:sldChg>
      <pc:sldChg chg="addSp delSp modSp mod">
        <pc:chgData name="Mobin Jalilifard" userId="d4991b94b3c7b29d" providerId="LiveId" clId="{3831B420-A06B-4C85-8321-45E520341C97}" dt="2024-12-19T20:55:34.910" v="1557" actId="1076"/>
        <pc:sldMkLst>
          <pc:docMk/>
          <pc:sldMk cId="4088275318" sldId="264"/>
        </pc:sldMkLst>
        <pc:spChg chg="add mod">
          <ac:chgData name="Mobin Jalilifard" userId="d4991b94b3c7b29d" providerId="LiveId" clId="{3831B420-A06B-4C85-8321-45E520341C97}" dt="2024-12-19T20:55:30.061" v="1556" actId="1076"/>
          <ac:spMkLst>
            <pc:docMk/>
            <pc:sldMk cId="4088275318" sldId="264"/>
            <ac:spMk id="2" creationId="{75CF181F-6A38-4444-4245-9751306223C5}"/>
          </ac:spMkLst>
        </pc:spChg>
        <pc:spChg chg="add mod">
          <ac:chgData name="Mobin Jalilifard" userId="d4991b94b3c7b29d" providerId="LiveId" clId="{3831B420-A06B-4C85-8321-45E520341C97}" dt="2024-12-19T20:55:16.564" v="1553" actId="164"/>
          <ac:spMkLst>
            <pc:docMk/>
            <pc:sldMk cId="4088275318" sldId="264"/>
            <ac:spMk id="4" creationId="{AD86B678-7F06-ED08-DEBD-C66404B12A30}"/>
          </ac:spMkLst>
        </pc:spChg>
        <pc:spChg chg="add mod">
          <ac:chgData name="Mobin Jalilifard" userId="d4991b94b3c7b29d" providerId="LiveId" clId="{3831B420-A06B-4C85-8321-45E520341C97}" dt="2024-12-19T20:55:16.564" v="1553" actId="164"/>
          <ac:spMkLst>
            <pc:docMk/>
            <pc:sldMk cId="4088275318" sldId="264"/>
            <ac:spMk id="7" creationId="{88F80F89-4D87-C9FD-21A4-293904CED377}"/>
          </ac:spMkLst>
        </pc:spChg>
        <pc:grpChg chg="add mod">
          <ac:chgData name="Mobin Jalilifard" userId="d4991b94b3c7b29d" providerId="LiveId" clId="{3831B420-A06B-4C85-8321-45E520341C97}" dt="2024-12-19T20:55:34.910" v="1557" actId="1076"/>
          <ac:grpSpMkLst>
            <pc:docMk/>
            <pc:sldMk cId="4088275318" sldId="264"/>
            <ac:grpSpMk id="11" creationId="{9F1912D7-DF2D-2E15-32FB-1B3CE0FDB271}"/>
          </ac:grpSpMkLst>
        </pc:grpChg>
      </pc:sldChg>
      <pc:sldChg chg="addSp delSp modSp mod ord">
        <pc:chgData name="Mobin Jalilifard" userId="d4991b94b3c7b29d" providerId="LiveId" clId="{3831B420-A06B-4C85-8321-45E520341C97}" dt="2024-12-19T20:59:55.970" v="1568" actId="2711"/>
        <pc:sldMkLst>
          <pc:docMk/>
          <pc:sldMk cId="1086429703" sldId="265"/>
        </pc:sldMkLst>
      </pc:sldChg>
      <pc:sldChg chg="add">
        <pc:chgData name="Mobin Jalilifard" userId="d4991b94b3c7b29d" providerId="LiveId" clId="{3831B420-A06B-4C85-8321-45E520341C97}" dt="2024-12-19T18:21:10.570" v="125" actId="2890"/>
        <pc:sldMkLst>
          <pc:docMk/>
          <pc:sldMk cId="3443828808" sldId="266"/>
        </pc:sldMkLst>
      </pc:sldChg>
    </pc:docChg>
  </pc:docChgLst>
  <pc:docChgLst>
    <pc:chgData name="Mobin Jalilifard" userId="d4991b94b3c7b29d" providerId="LiveId" clId="{4756C91B-760C-499F-849C-A1E6DDFFFD3D}"/>
    <pc:docChg chg="undo custSel addSld modSld sldOrd">
      <pc:chgData name="Mobin Jalilifard" userId="d4991b94b3c7b29d" providerId="LiveId" clId="{4756C91B-760C-499F-849C-A1E6DDFFFD3D}" dt="2024-12-19T01:09:37.525" v="1538"/>
      <pc:docMkLst>
        <pc:docMk/>
      </pc:docMkLst>
      <pc:sldChg chg="delSp mod">
        <pc:chgData name="Mobin Jalilifard" userId="d4991b94b3c7b29d" providerId="LiveId" clId="{4756C91B-760C-499F-849C-A1E6DDFFFD3D}" dt="2024-12-18T22:49:43.143" v="189" actId="478"/>
        <pc:sldMkLst>
          <pc:docMk/>
          <pc:sldMk cId="3067813666" sldId="256"/>
        </pc:sldMkLst>
      </pc:sldChg>
      <pc:sldChg chg="modSp mod ord">
        <pc:chgData name="Mobin Jalilifard" userId="d4991b94b3c7b29d" providerId="LiveId" clId="{4756C91B-760C-499F-849C-A1E6DDFFFD3D}" dt="2024-12-19T00:02:56.842" v="363"/>
        <pc:sldMkLst>
          <pc:docMk/>
          <pc:sldMk cId="4113312427" sldId="258"/>
        </pc:sldMkLst>
        <pc:spChg chg="mod">
          <ac:chgData name="Mobin Jalilifard" userId="d4991b94b3c7b29d" providerId="LiveId" clId="{4756C91B-760C-499F-849C-A1E6DDFFFD3D}" dt="2024-12-18T22:49:16.114" v="188" actId="20577"/>
          <ac:spMkLst>
            <pc:docMk/>
            <pc:sldMk cId="4113312427" sldId="258"/>
            <ac:spMk id="4" creationId="{101B8250-F6AD-43B7-E1F0-002081D99BEA}"/>
          </ac:spMkLst>
        </pc:spChg>
        <pc:spChg chg="mod">
          <ac:chgData name="Mobin Jalilifard" userId="d4991b94b3c7b29d" providerId="LiveId" clId="{4756C91B-760C-499F-849C-A1E6DDFFFD3D}" dt="2024-12-18T22:42:13.116" v="0" actId="20577"/>
          <ac:spMkLst>
            <pc:docMk/>
            <pc:sldMk cId="4113312427" sldId="258"/>
            <ac:spMk id="23" creationId="{5BF5B020-0294-EDD3-931C-B528D2BA7D7F}"/>
          </ac:spMkLst>
        </pc:spChg>
      </pc:sldChg>
      <pc:sldChg chg="addSp delSp modSp mod ord">
        <pc:chgData name="Mobin Jalilifard" userId="d4991b94b3c7b29d" providerId="LiveId" clId="{4756C91B-760C-499F-849C-A1E6DDFFFD3D}" dt="2024-12-19T01:07:49.509" v="1497"/>
        <pc:sldMkLst>
          <pc:docMk/>
          <pc:sldMk cId="4229157853" sldId="259"/>
        </pc:sldMkLst>
        <pc:spChg chg="mod">
          <ac:chgData name="Mobin Jalilifard" userId="d4991b94b3c7b29d" providerId="LiveId" clId="{4756C91B-760C-499F-849C-A1E6DDFFFD3D}" dt="2024-12-18T22:44:51.187" v="132" actId="552"/>
          <ac:spMkLst>
            <pc:docMk/>
            <pc:sldMk cId="4229157853" sldId="259"/>
            <ac:spMk id="5" creationId="{5FCD5B4F-12A1-8F3B-B64D-E2654CA77B15}"/>
          </ac:spMkLst>
        </pc:spChg>
        <pc:spChg chg="mod">
          <ac:chgData name="Mobin Jalilifard" userId="d4991b94b3c7b29d" providerId="LiveId" clId="{4756C91B-760C-499F-849C-A1E6DDFFFD3D}" dt="2024-12-19T01:07:48.698" v="1495" actId="12788"/>
          <ac:spMkLst>
            <pc:docMk/>
            <pc:sldMk cId="4229157853" sldId="259"/>
            <ac:spMk id="7" creationId="{390A5C80-3648-DD41-170C-9B54D1A985F5}"/>
          </ac:spMkLst>
        </pc:spChg>
        <pc:graphicFrameChg chg="mod">
          <ac:chgData name="Mobin Jalilifard" userId="d4991b94b3c7b29d" providerId="LiveId" clId="{4756C91B-760C-499F-849C-A1E6DDFFFD3D}" dt="2024-12-18T22:44:51.187" v="132" actId="552"/>
          <ac:graphicFrameMkLst>
            <pc:docMk/>
            <pc:sldMk cId="4229157853" sldId="259"/>
            <ac:graphicFrameMk id="6" creationId="{5CCD0FE0-B4B7-04C5-D4EF-F054C007FB43}"/>
          </ac:graphicFrameMkLst>
        </pc:graphicFrameChg>
      </pc:sldChg>
      <pc:sldChg chg="addSp delSp modSp mod ord">
        <pc:chgData name="Mobin Jalilifard" userId="d4991b94b3c7b29d" providerId="LiveId" clId="{4756C91B-760C-499F-849C-A1E6DDFFFD3D}" dt="2024-12-19T01:09:09.538" v="1530" actId="1076"/>
        <pc:sldMkLst>
          <pc:docMk/>
          <pc:sldMk cId="284882897" sldId="260"/>
        </pc:sldMkLst>
        <pc:spChg chg="add mod">
          <ac:chgData name="Mobin Jalilifard" userId="d4991b94b3c7b29d" providerId="LiveId" clId="{4756C91B-760C-499F-849C-A1E6DDFFFD3D}" dt="2024-12-19T01:09:09.538" v="1530" actId="1076"/>
          <ac:spMkLst>
            <pc:docMk/>
            <pc:sldMk cId="284882897" sldId="260"/>
            <ac:spMk id="8" creationId="{C86A662E-443C-8D58-7643-9D34337C671D}"/>
          </ac:spMkLst>
        </pc:spChg>
      </pc:sldChg>
      <pc:sldChg chg="addSp delSp modSp mod ord">
        <pc:chgData name="Mobin Jalilifard" userId="d4991b94b3c7b29d" providerId="LiveId" clId="{4756C91B-760C-499F-849C-A1E6DDFFFD3D}" dt="2024-12-19T00:02:56.842" v="363"/>
        <pc:sldMkLst>
          <pc:docMk/>
          <pc:sldMk cId="2868154518" sldId="261"/>
        </pc:sldMkLst>
        <pc:spChg chg="add mod">
          <ac:chgData name="Mobin Jalilifard" userId="d4991b94b3c7b29d" providerId="LiveId" clId="{4756C91B-760C-499F-849C-A1E6DDFFFD3D}" dt="2024-12-18T23:57:07.858" v="277" actId="12788"/>
          <ac:spMkLst>
            <pc:docMk/>
            <pc:sldMk cId="2868154518" sldId="261"/>
            <ac:spMk id="2" creationId="{CD86255B-2C73-D522-6EA5-A114EB0FDC13}"/>
          </ac:spMkLst>
        </pc:spChg>
        <pc:spChg chg="mod topLvl">
          <ac:chgData name="Mobin Jalilifard" userId="d4991b94b3c7b29d" providerId="LiveId" clId="{4756C91B-760C-499F-849C-A1E6DDFFFD3D}" dt="2024-12-18T23:58:31.378" v="299" actId="403"/>
          <ac:spMkLst>
            <pc:docMk/>
            <pc:sldMk cId="2868154518" sldId="261"/>
            <ac:spMk id="7" creationId="{283B4FCF-C085-9EE4-3563-043AC53E8997}"/>
          </ac:spMkLst>
        </pc:spChg>
        <pc:spChg chg="add mod topLvl">
          <ac:chgData name="Mobin Jalilifard" userId="d4991b94b3c7b29d" providerId="LiveId" clId="{4756C91B-760C-499F-849C-A1E6DDFFFD3D}" dt="2024-12-18T23:59:46.172" v="342" actId="113"/>
          <ac:spMkLst>
            <pc:docMk/>
            <pc:sldMk cId="2868154518" sldId="261"/>
            <ac:spMk id="11" creationId="{E0470FEF-93EC-BCCC-9F0A-978912CA8BEA}"/>
          </ac:spMkLst>
        </pc:spChg>
        <pc:spChg chg="add mod topLvl">
          <ac:chgData name="Mobin Jalilifard" userId="d4991b94b3c7b29d" providerId="LiveId" clId="{4756C91B-760C-499F-849C-A1E6DDFFFD3D}" dt="2024-12-18T23:59:05.742" v="330" actId="404"/>
          <ac:spMkLst>
            <pc:docMk/>
            <pc:sldMk cId="2868154518" sldId="261"/>
            <ac:spMk id="12" creationId="{09D49BA5-2629-2C75-15BE-40644AE65E24}"/>
          </ac:spMkLst>
        </pc:spChg>
        <pc:spChg chg="add mod topLvl">
          <ac:chgData name="Mobin Jalilifard" userId="d4991b94b3c7b29d" providerId="LiveId" clId="{4756C91B-760C-499F-849C-A1E6DDFFFD3D}" dt="2024-12-19T00:00:07.306" v="348" actId="113"/>
          <ac:spMkLst>
            <pc:docMk/>
            <pc:sldMk cId="2868154518" sldId="261"/>
            <ac:spMk id="13" creationId="{BC8ACABF-823A-7726-02B3-0E193486D6CA}"/>
          </ac:spMkLst>
        </pc:spChg>
        <pc:spChg chg="add mod topLvl">
          <ac:chgData name="Mobin Jalilifard" userId="d4991b94b3c7b29d" providerId="LiveId" clId="{4756C91B-760C-499F-849C-A1E6DDFFFD3D}" dt="2024-12-19T00:00:43.755" v="356" actId="404"/>
          <ac:spMkLst>
            <pc:docMk/>
            <pc:sldMk cId="2868154518" sldId="261"/>
            <ac:spMk id="14" creationId="{54846D09-C1A0-05E6-BDCF-77E12941F0FD}"/>
          </ac:spMkLst>
        </pc:spChg>
      </pc:sldChg>
      <pc:sldChg chg="addSp delSp modSp mod ord">
        <pc:chgData name="Mobin Jalilifard" userId="d4991b94b3c7b29d" providerId="LiveId" clId="{4756C91B-760C-499F-849C-A1E6DDFFFD3D}" dt="2024-12-19T01:09:37.525" v="1538"/>
        <pc:sldMkLst>
          <pc:docMk/>
          <pc:sldMk cId="1067183705" sldId="262"/>
        </pc:sldMkLst>
        <pc:spChg chg="add mod">
          <ac:chgData name="Mobin Jalilifard" userId="d4991b94b3c7b29d" providerId="LiveId" clId="{4756C91B-760C-499F-849C-A1E6DDFFFD3D}" dt="2024-12-19T00:13:03.704" v="399" actId="113"/>
          <ac:spMkLst>
            <pc:docMk/>
            <pc:sldMk cId="1067183705" sldId="262"/>
            <ac:spMk id="2" creationId="{8423BB4E-7588-8123-5F46-2A51E92E04AB}"/>
          </ac:spMkLst>
        </pc:spChg>
        <pc:spChg chg="add mod">
          <ac:chgData name="Mobin Jalilifard" userId="d4991b94b3c7b29d" providerId="LiveId" clId="{4756C91B-760C-499F-849C-A1E6DDFFFD3D}" dt="2024-12-19T00:53:50.845" v="1189" actId="1038"/>
          <ac:spMkLst>
            <pc:docMk/>
            <pc:sldMk cId="1067183705" sldId="262"/>
            <ac:spMk id="3" creationId="{C32826B4-2A2B-AAEF-4A4B-080B03715AD3}"/>
          </ac:spMkLst>
        </pc:spChg>
        <pc:spChg chg="add mod">
          <ac:chgData name="Mobin Jalilifard" userId="d4991b94b3c7b29d" providerId="LiveId" clId="{4756C91B-760C-499F-849C-A1E6DDFFFD3D}" dt="2024-12-19T00:53:50.845" v="1189" actId="1038"/>
          <ac:spMkLst>
            <pc:docMk/>
            <pc:sldMk cId="1067183705" sldId="262"/>
            <ac:spMk id="4" creationId="{270DF9B0-A876-E21D-534A-69EFF58E9436}"/>
          </ac:spMkLst>
        </pc:spChg>
        <pc:spChg chg="add mod">
          <ac:chgData name="Mobin Jalilifard" userId="d4991b94b3c7b29d" providerId="LiveId" clId="{4756C91B-760C-499F-849C-A1E6DDFFFD3D}" dt="2024-12-19T00:55:27.122" v="1245" actId="1037"/>
          <ac:spMkLst>
            <pc:docMk/>
            <pc:sldMk cId="1067183705" sldId="262"/>
            <ac:spMk id="5" creationId="{C11F2675-8E4E-ED0B-2495-B12FFEF7F6F3}"/>
          </ac:spMkLst>
        </pc:spChg>
        <pc:spChg chg="add mod">
          <ac:chgData name="Mobin Jalilifard" userId="d4991b94b3c7b29d" providerId="LiveId" clId="{4756C91B-760C-499F-849C-A1E6DDFFFD3D}" dt="2024-12-19T00:54:59.956" v="1214" actId="12788"/>
          <ac:spMkLst>
            <pc:docMk/>
            <pc:sldMk cId="1067183705" sldId="262"/>
            <ac:spMk id="6" creationId="{5F9B9689-C65D-7644-4EE9-198D6F01802B}"/>
          </ac:spMkLst>
        </pc:spChg>
        <pc:spChg chg="add mod">
          <ac:chgData name="Mobin Jalilifard" userId="d4991b94b3c7b29d" providerId="LiveId" clId="{4756C91B-760C-499F-849C-A1E6DDFFFD3D}" dt="2024-12-19T00:55:06.557" v="1233" actId="1038"/>
          <ac:spMkLst>
            <pc:docMk/>
            <pc:sldMk cId="1067183705" sldId="262"/>
            <ac:spMk id="9" creationId="{357B70DC-205F-190D-E649-B23ED06E75D1}"/>
          </ac:spMkLst>
        </pc:spChg>
        <pc:picChg chg="add mod">
          <ac:chgData name="Mobin Jalilifard" userId="d4991b94b3c7b29d" providerId="LiveId" clId="{4756C91B-760C-499F-849C-A1E6DDFFFD3D}" dt="2024-12-19T01:09:32.188" v="1532" actId="1076"/>
          <ac:picMkLst>
            <pc:docMk/>
            <pc:sldMk cId="1067183705" sldId="262"/>
            <ac:picMk id="1026" creationId="{D2439EE3-2E30-4536-BD12-BCBAFE6C3F52}"/>
          </ac:picMkLst>
        </pc:picChg>
      </pc:sldChg>
      <pc:sldChg chg="addSp delSp modSp add mod ord">
        <pc:chgData name="Mobin Jalilifard" userId="d4991b94b3c7b29d" providerId="LiveId" clId="{4756C91B-760C-499F-849C-A1E6DDFFFD3D}" dt="2024-12-19T01:08:04.511" v="1504" actId="14100"/>
        <pc:sldMkLst>
          <pc:docMk/>
          <pc:sldMk cId="33153691" sldId="263"/>
        </pc:sldMkLst>
        <pc:spChg chg="add mod">
          <ac:chgData name="Mobin Jalilifard" userId="d4991b94b3c7b29d" providerId="LiveId" clId="{4756C91B-760C-499F-849C-A1E6DDFFFD3D}" dt="2024-12-19T01:08:04.511" v="1504" actId="14100"/>
          <ac:spMkLst>
            <pc:docMk/>
            <pc:sldMk cId="33153691" sldId="263"/>
            <ac:spMk id="5" creationId="{7A7ABCEF-07C2-BB7C-A80D-60CC353B492E}"/>
          </ac:spMkLst>
        </pc:spChg>
      </pc:sldChg>
      <pc:sldChg chg="add">
        <pc:chgData name="Mobin Jalilifard" userId="d4991b94b3c7b29d" providerId="LiveId" clId="{4756C91B-760C-499F-849C-A1E6DDFFFD3D}" dt="2024-12-19T00:02:49.450" v="360" actId="2890"/>
        <pc:sldMkLst>
          <pc:docMk/>
          <pc:sldMk cId="4088275318" sldId="264"/>
        </pc:sldMkLst>
      </pc:sldChg>
      <pc:sldChg chg="add">
        <pc:chgData name="Mobin Jalilifard" userId="d4991b94b3c7b29d" providerId="LiveId" clId="{4756C91B-760C-499F-849C-A1E6DDFFFD3D}" dt="2024-12-19T00:02:51.454" v="361" actId="2890"/>
        <pc:sldMkLst>
          <pc:docMk/>
          <pc:sldMk cId="1086429703" sldId="265"/>
        </pc:sldMkLst>
      </pc:sldChg>
    </pc:docChg>
  </pc:docChgLst>
  <pc:docChgLst>
    <pc:chgData name="Mobin Jalilifard" userId="d4991b94b3c7b29d" providerId="LiveId" clId="{D520BD81-027D-478E-93EA-712DF4E275B7}"/>
    <pc:docChg chg="undo custSel addSld delSld modSld sldOrd modMainMaster modNotesMaster">
      <pc:chgData name="Mobin Jalilifard" userId="d4991b94b3c7b29d" providerId="LiveId" clId="{D520BD81-027D-478E-93EA-712DF4E275B7}" dt="2024-12-30T02:37:39.574" v="3365" actId="1076"/>
      <pc:docMkLst>
        <pc:docMk/>
      </pc:docMkLst>
      <pc:sldChg chg="addSp modSp mod modTransition">
        <pc:chgData name="Mobin Jalilifard" userId="d4991b94b3c7b29d" providerId="LiveId" clId="{D520BD81-027D-478E-93EA-712DF4E275B7}" dt="2024-12-29T22:23:22.304" v="3225"/>
        <pc:sldMkLst>
          <pc:docMk/>
          <pc:sldMk cId="3067813666" sldId="256"/>
        </pc:sldMkLst>
        <pc:spChg chg="add mod">
          <ac:chgData name="Mobin Jalilifard" userId="d4991b94b3c7b29d" providerId="LiveId" clId="{D520BD81-027D-478E-93EA-712DF4E275B7}" dt="2024-12-29T22:22:55.288" v="3224" actId="1076"/>
          <ac:spMkLst>
            <pc:docMk/>
            <pc:sldMk cId="3067813666" sldId="256"/>
            <ac:spMk id="3" creationId="{A8DED11E-C60F-BA5E-2EE6-8ED00DFBB230}"/>
          </ac:spMkLst>
        </pc:spChg>
        <pc:spChg chg="mod">
          <ac:chgData name="Mobin Jalilifard" userId="d4991b94b3c7b29d" providerId="LiveId" clId="{D520BD81-027D-478E-93EA-712DF4E275B7}" dt="2024-12-29T17:28:18.748" v="4" actId="164"/>
          <ac:spMkLst>
            <pc:docMk/>
            <pc:sldMk cId="3067813666" sldId="256"/>
            <ac:spMk id="7" creationId="{7F699D55-3FE1-5706-CFB8-29ECEB08CA35}"/>
          </ac:spMkLst>
        </pc:spChg>
        <pc:spChg chg="mod">
          <ac:chgData name="Mobin Jalilifard" userId="d4991b94b3c7b29d" providerId="LiveId" clId="{D520BD81-027D-478E-93EA-712DF4E275B7}" dt="2024-12-29T17:28:18.748" v="4" actId="164"/>
          <ac:spMkLst>
            <pc:docMk/>
            <pc:sldMk cId="3067813666" sldId="256"/>
            <ac:spMk id="11" creationId="{D9711AEE-F764-81EE-BD2C-D48105C8C077}"/>
          </ac:spMkLst>
        </pc:spChg>
        <pc:grpChg chg="add mod">
          <ac:chgData name="Mobin Jalilifard" userId="d4991b94b3c7b29d" providerId="LiveId" clId="{D520BD81-027D-478E-93EA-712DF4E275B7}" dt="2024-12-29T17:28:18.748" v="4" actId="164"/>
          <ac:grpSpMkLst>
            <pc:docMk/>
            <pc:sldMk cId="3067813666" sldId="256"/>
            <ac:grpSpMk id="2" creationId="{BA22354B-471D-E128-172A-364C333601A3}"/>
          </ac:grpSpMkLst>
        </pc:grpChg>
      </pc:sldChg>
      <pc:sldChg chg="addSp delSp modSp mod modTransition modAnim">
        <pc:chgData name="Mobin Jalilifard" userId="d4991b94b3c7b29d" providerId="LiveId" clId="{D520BD81-027D-478E-93EA-712DF4E275B7}" dt="2024-12-30T02:28:56.867" v="3280" actId="1076"/>
        <pc:sldMkLst>
          <pc:docMk/>
          <pc:sldMk cId="4113312427" sldId="258"/>
        </pc:sldMkLst>
        <pc:spChg chg="mod">
          <ac:chgData name="Mobin Jalilifard" userId="d4991b94b3c7b29d" providerId="LiveId" clId="{D520BD81-027D-478E-93EA-712DF4E275B7}" dt="2024-12-29T22:18:27.912" v="3171" actId="1076"/>
          <ac:spMkLst>
            <pc:docMk/>
            <pc:sldMk cId="4113312427" sldId="258"/>
            <ac:spMk id="4" creationId="{101B8250-F6AD-43B7-E1F0-002081D99BEA}"/>
          </ac:spMkLst>
        </pc:spChg>
        <pc:spChg chg="add mod">
          <ac:chgData name="Mobin Jalilifard" userId="d4991b94b3c7b29d" providerId="LiveId" clId="{D520BD81-027D-478E-93EA-712DF4E275B7}" dt="2024-12-29T22:18:27.912" v="3171" actId="1076"/>
          <ac:spMkLst>
            <pc:docMk/>
            <pc:sldMk cId="4113312427" sldId="258"/>
            <ac:spMk id="7" creationId="{AFADFC05-A310-5846-FAAE-F8563589B84E}"/>
          </ac:spMkLst>
        </pc:spChg>
        <pc:spChg chg="add mod">
          <ac:chgData name="Mobin Jalilifard" userId="d4991b94b3c7b29d" providerId="LiveId" clId="{D520BD81-027D-478E-93EA-712DF4E275B7}" dt="2024-12-29T22:18:27.912" v="3171" actId="1076"/>
          <ac:spMkLst>
            <pc:docMk/>
            <pc:sldMk cId="4113312427" sldId="258"/>
            <ac:spMk id="8" creationId="{9B348F14-C8F8-FC62-EE21-71E198C82220}"/>
          </ac:spMkLst>
        </pc:spChg>
        <pc:spChg chg="mod">
          <ac:chgData name="Mobin Jalilifard" userId="d4991b94b3c7b29d" providerId="LiveId" clId="{D520BD81-027D-478E-93EA-712DF4E275B7}" dt="2024-12-29T22:18:10.903" v="3143" actId="1076"/>
          <ac:spMkLst>
            <pc:docMk/>
            <pc:sldMk cId="4113312427" sldId="258"/>
            <ac:spMk id="9" creationId="{1984D059-7780-3F4C-5605-6BF8BB4AA042}"/>
          </ac:spMkLst>
        </pc:spChg>
        <pc:spChg chg="mod">
          <ac:chgData name="Mobin Jalilifard" userId="d4991b94b3c7b29d" providerId="LiveId" clId="{D520BD81-027D-478E-93EA-712DF4E275B7}" dt="2024-12-29T22:18:13.391" v="3145" actId="1076"/>
          <ac:spMkLst>
            <pc:docMk/>
            <pc:sldMk cId="4113312427" sldId="258"/>
            <ac:spMk id="15" creationId="{1F3176B9-05DE-EC5B-D09E-E5B52606E794}"/>
          </ac:spMkLst>
        </pc:spChg>
        <pc:spChg chg="mod">
          <ac:chgData name="Mobin Jalilifard" userId="d4991b94b3c7b29d" providerId="LiveId" clId="{D520BD81-027D-478E-93EA-712DF4E275B7}" dt="2024-12-30T02:28:56.867" v="3280" actId="1076"/>
          <ac:spMkLst>
            <pc:docMk/>
            <pc:sldMk cId="4113312427" sldId="258"/>
            <ac:spMk id="17" creationId="{088F55BB-DC3E-C3D1-5E20-27F630C9B821}"/>
          </ac:spMkLst>
        </pc:spChg>
        <pc:spChg chg="mod">
          <ac:chgData name="Mobin Jalilifard" userId="d4991b94b3c7b29d" providerId="LiveId" clId="{D520BD81-027D-478E-93EA-712DF4E275B7}" dt="2024-12-29T17:29:09.689" v="10" actId="1076"/>
          <ac:spMkLst>
            <pc:docMk/>
            <pc:sldMk cId="4113312427" sldId="258"/>
            <ac:spMk id="22" creationId="{0F408CF4-9967-DB81-FBCE-A238FD36E298}"/>
          </ac:spMkLst>
        </pc:spChg>
        <pc:spChg chg="mod">
          <ac:chgData name="Mobin Jalilifard" userId="d4991b94b3c7b29d" providerId="LiveId" clId="{D520BD81-027D-478E-93EA-712DF4E275B7}" dt="2024-12-29T17:24:21.671" v="2"/>
          <ac:spMkLst>
            <pc:docMk/>
            <pc:sldMk cId="4113312427" sldId="258"/>
            <ac:spMk id="23" creationId="{5BF5B020-0294-EDD3-931C-B528D2BA7D7F}"/>
          </ac:spMkLst>
        </pc:spChg>
        <pc:spChg chg="mod">
          <ac:chgData name="Mobin Jalilifard" userId="d4991b94b3c7b29d" providerId="LiveId" clId="{D520BD81-027D-478E-93EA-712DF4E275B7}" dt="2024-12-29T17:53:59.187" v="363" actId="207"/>
          <ac:spMkLst>
            <pc:docMk/>
            <pc:sldMk cId="4113312427" sldId="258"/>
            <ac:spMk id="26" creationId="{C7EC930B-7D80-9615-CCAC-2A9A56E0E2DA}"/>
          </ac:spMkLst>
        </pc:spChg>
        <pc:grpChg chg="mod">
          <ac:chgData name="Mobin Jalilifard" userId="d4991b94b3c7b29d" providerId="LiveId" clId="{D520BD81-027D-478E-93EA-712DF4E275B7}" dt="2024-12-29T22:18:22.391" v="3170" actId="1036"/>
          <ac:grpSpMkLst>
            <pc:docMk/>
            <pc:sldMk cId="4113312427" sldId="258"/>
            <ac:grpSpMk id="18" creationId="{1AA68CE8-6975-7933-D065-30AEA2685FE9}"/>
          </ac:grpSpMkLst>
        </pc:grpChg>
        <pc:grpChg chg="mod">
          <ac:chgData name="Mobin Jalilifard" userId="d4991b94b3c7b29d" providerId="LiveId" clId="{D520BD81-027D-478E-93EA-712DF4E275B7}" dt="2024-12-29T17:24:21.671" v="2"/>
          <ac:grpSpMkLst>
            <pc:docMk/>
            <pc:sldMk cId="4113312427" sldId="258"/>
            <ac:grpSpMk id="25" creationId="{086B5B91-98EA-1420-B15C-91051D0F96DC}"/>
          </ac:grpSpMkLst>
        </pc:grpChg>
        <pc:grpChg chg="mod">
          <ac:chgData name="Mobin Jalilifard" userId="d4991b94b3c7b29d" providerId="LiveId" clId="{D520BD81-027D-478E-93EA-712DF4E275B7}" dt="2024-12-29T22:18:27.912" v="3171" actId="1076"/>
          <ac:grpSpMkLst>
            <pc:docMk/>
            <pc:sldMk cId="4113312427" sldId="258"/>
            <ac:grpSpMk id="35" creationId="{9A5189F4-EC7B-ED72-697F-99B02A0358BE}"/>
          </ac:grpSpMkLst>
        </pc:grpChg>
      </pc:sldChg>
      <pc:sldChg chg="modSp mod modTransition">
        <pc:chgData name="Mobin Jalilifard" userId="d4991b94b3c7b29d" providerId="LiveId" clId="{D520BD81-027D-478E-93EA-712DF4E275B7}" dt="2024-12-29T22:27:18.556" v="3271" actId="20577"/>
        <pc:sldMkLst>
          <pc:docMk/>
          <pc:sldMk cId="4229157853" sldId="259"/>
        </pc:sldMkLst>
        <pc:spChg chg="mod">
          <ac:chgData name="Mobin Jalilifard" userId="d4991b94b3c7b29d" providerId="LiveId" clId="{D520BD81-027D-478E-93EA-712DF4E275B7}" dt="2024-12-29T17:28:57.809" v="6" actId="1076"/>
          <ac:spMkLst>
            <pc:docMk/>
            <pc:sldMk cId="4229157853" sldId="259"/>
            <ac:spMk id="5" creationId="{5FCD5B4F-12A1-8F3B-B64D-E2654CA77B15}"/>
          </ac:spMkLst>
        </pc:spChg>
        <pc:spChg chg="mod">
          <ac:chgData name="Mobin Jalilifard" userId="d4991b94b3c7b29d" providerId="LiveId" clId="{D520BD81-027D-478E-93EA-712DF4E275B7}" dt="2024-12-29T17:24:21.671" v="2"/>
          <ac:spMkLst>
            <pc:docMk/>
            <pc:sldMk cId="4229157853" sldId="259"/>
            <ac:spMk id="7" creationId="{390A5C80-3648-DD41-170C-9B54D1A985F5}"/>
          </ac:spMkLst>
        </pc:spChg>
        <pc:graphicFrameChg chg="mod">
          <ac:chgData name="Mobin Jalilifard" userId="d4991b94b3c7b29d" providerId="LiveId" clId="{D520BD81-027D-478E-93EA-712DF4E275B7}" dt="2024-12-29T22:27:18.556" v="3271" actId="20577"/>
          <ac:graphicFrameMkLst>
            <pc:docMk/>
            <pc:sldMk cId="4229157853" sldId="259"/>
            <ac:graphicFrameMk id="6" creationId="{5CCD0FE0-B4B7-04C5-D4EF-F054C007FB43}"/>
          </ac:graphicFrameMkLst>
        </pc:graphicFrameChg>
      </pc:sldChg>
      <pc:sldChg chg="addSp delSp modSp mod modTransition">
        <pc:chgData name="Mobin Jalilifard" userId="d4991b94b3c7b29d" providerId="LiveId" clId="{D520BD81-027D-478E-93EA-712DF4E275B7}" dt="2024-12-29T20:53:34.456" v="1699"/>
        <pc:sldMkLst>
          <pc:docMk/>
          <pc:sldMk cId="284882897" sldId="260"/>
        </pc:sldMkLst>
        <pc:spChg chg="mod">
          <ac:chgData name="Mobin Jalilifard" userId="d4991b94b3c7b29d" providerId="LiveId" clId="{D520BD81-027D-478E-93EA-712DF4E275B7}" dt="2024-12-29T17:36:11.368" v="46" actId="20577"/>
          <ac:spMkLst>
            <pc:docMk/>
            <pc:sldMk cId="284882897" sldId="260"/>
            <ac:spMk id="8" creationId="{C86A662E-443C-8D58-7643-9D34337C671D}"/>
          </ac:spMkLst>
        </pc:spChg>
        <pc:picChg chg="add mod">
          <ac:chgData name="Mobin Jalilifard" userId="d4991b94b3c7b29d" providerId="LiveId" clId="{D520BD81-027D-478E-93EA-712DF4E275B7}" dt="2024-12-29T20:53:34.456" v="1699"/>
          <ac:picMkLst>
            <pc:docMk/>
            <pc:sldMk cId="284882897" sldId="260"/>
            <ac:picMk id="9" creationId="{B89A4D67-52B8-678B-12BD-B12AF648AB79}"/>
          </ac:picMkLst>
        </pc:picChg>
      </pc:sldChg>
      <pc:sldChg chg="modSp mod modTransition">
        <pc:chgData name="Mobin Jalilifard" userId="d4991b94b3c7b29d" providerId="LiveId" clId="{D520BD81-027D-478E-93EA-712DF4E275B7}" dt="2024-12-29T20:51:15.616" v="1687"/>
        <pc:sldMkLst>
          <pc:docMk/>
          <pc:sldMk cId="2868154518" sldId="261"/>
        </pc:sldMkLst>
        <pc:spChg chg="mod">
          <ac:chgData name="Mobin Jalilifard" userId="d4991b94b3c7b29d" providerId="LiveId" clId="{D520BD81-027D-478E-93EA-712DF4E275B7}" dt="2024-12-29T17:24:21.671" v="2"/>
          <ac:spMkLst>
            <pc:docMk/>
            <pc:sldMk cId="2868154518" sldId="261"/>
            <ac:spMk id="2" creationId="{CD86255B-2C73-D522-6EA5-A114EB0FDC13}"/>
          </ac:spMkLst>
        </pc:spChg>
        <pc:spChg chg="mod">
          <ac:chgData name="Mobin Jalilifard" userId="d4991b94b3c7b29d" providerId="LiveId" clId="{D520BD81-027D-478E-93EA-712DF4E275B7}" dt="2024-12-29T20:48:04.155" v="1657" actId="207"/>
          <ac:spMkLst>
            <pc:docMk/>
            <pc:sldMk cId="2868154518" sldId="261"/>
            <ac:spMk id="7" creationId="{283B4FCF-C085-9EE4-3563-043AC53E8997}"/>
          </ac:spMkLst>
        </pc:spChg>
        <pc:spChg chg="mod">
          <ac:chgData name="Mobin Jalilifard" userId="d4991b94b3c7b29d" providerId="LiveId" clId="{D520BD81-027D-478E-93EA-712DF4E275B7}" dt="2024-12-29T17:24:21.671" v="2"/>
          <ac:spMkLst>
            <pc:docMk/>
            <pc:sldMk cId="2868154518" sldId="261"/>
            <ac:spMk id="11" creationId="{E0470FEF-93EC-BCCC-9F0A-978912CA8BEA}"/>
          </ac:spMkLst>
        </pc:spChg>
        <pc:spChg chg="mod">
          <ac:chgData name="Mobin Jalilifard" userId="d4991b94b3c7b29d" providerId="LiveId" clId="{D520BD81-027D-478E-93EA-712DF4E275B7}" dt="2024-12-29T17:24:21.671" v="2"/>
          <ac:spMkLst>
            <pc:docMk/>
            <pc:sldMk cId="2868154518" sldId="261"/>
            <ac:spMk id="12" creationId="{09D49BA5-2629-2C75-15BE-40644AE65E24}"/>
          </ac:spMkLst>
        </pc:spChg>
        <pc:spChg chg="mod">
          <ac:chgData name="Mobin Jalilifard" userId="d4991b94b3c7b29d" providerId="LiveId" clId="{D520BD81-027D-478E-93EA-712DF4E275B7}" dt="2024-12-29T17:24:21.671" v="2"/>
          <ac:spMkLst>
            <pc:docMk/>
            <pc:sldMk cId="2868154518" sldId="261"/>
            <ac:spMk id="13" creationId="{BC8ACABF-823A-7726-02B3-0E193486D6CA}"/>
          </ac:spMkLst>
        </pc:spChg>
        <pc:spChg chg="mod">
          <ac:chgData name="Mobin Jalilifard" userId="d4991b94b3c7b29d" providerId="LiveId" clId="{D520BD81-027D-478E-93EA-712DF4E275B7}" dt="2024-12-29T17:24:21.671" v="2"/>
          <ac:spMkLst>
            <pc:docMk/>
            <pc:sldMk cId="2868154518" sldId="261"/>
            <ac:spMk id="14" creationId="{54846D09-C1A0-05E6-BDCF-77E12941F0FD}"/>
          </ac:spMkLst>
        </pc:spChg>
      </pc:sldChg>
      <pc:sldChg chg="modSp mod modTransition">
        <pc:chgData name="Mobin Jalilifard" userId="d4991b94b3c7b29d" providerId="LiveId" clId="{D520BD81-027D-478E-93EA-712DF4E275B7}" dt="2024-12-29T20:51:40.744" v="1689" actId="207"/>
        <pc:sldMkLst>
          <pc:docMk/>
          <pc:sldMk cId="1067183705" sldId="262"/>
        </pc:sldMkLst>
        <pc:spChg chg="mod">
          <ac:chgData name="Mobin Jalilifard" userId="d4991b94b3c7b29d" providerId="LiveId" clId="{D520BD81-027D-478E-93EA-712DF4E275B7}" dt="2024-12-29T17:29:22.608" v="12" actId="1076"/>
          <ac:spMkLst>
            <pc:docMk/>
            <pc:sldMk cId="1067183705" sldId="262"/>
            <ac:spMk id="2" creationId="{8423BB4E-7588-8123-5F46-2A51E92E04AB}"/>
          </ac:spMkLst>
        </pc:spChg>
        <pc:spChg chg="mod">
          <ac:chgData name="Mobin Jalilifard" userId="d4991b94b3c7b29d" providerId="LiveId" clId="{D520BD81-027D-478E-93EA-712DF4E275B7}" dt="2024-12-29T20:51:40.744" v="1689" actId="207"/>
          <ac:spMkLst>
            <pc:docMk/>
            <pc:sldMk cId="1067183705" sldId="262"/>
            <ac:spMk id="3" creationId="{C32826B4-2A2B-AAEF-4A4B-080B03715AD3}"/>
          </ac:spMkLst>
        </pc:spChg>
        <pc:spChg chg="mod">
          <ac:chgData name="Mobin Jalilifard" userId="d4991b94b3c7b29d" providerId="LiveId" clId="{D520BD81-027D-478E-93EA-712DF4E275B7}" dt="2024-12-29T17:35:21.552" v="45" actId="1076"/>
          <ac:spMkLst>
            <pc:docMk/>
            <pc:sldMk cId="1067183705" sldId="262"/>
            <ac:spMk id="4" creationId="{270DF9B0-A876-E21D-534A-69EFF58E9436}"/>
          </ac:spMkLst>
        </pc:spChg>
        <pc:spChg chg="mod">
          <ac:chgData name="Mobin Jalilifard" userId="d4991b94b3c7b29d" providerId="LiveId" clId="{D520BD81-027D-478E-93EA-712DF4E275B7}" dt="2024-12-29T17:24:21.671" v="2"/>
          <ac:spMkLst>
            <pc:docMk/>
            <pc:sldMk cId="1067183705" sldId="262"/>
            <ac:spMk id="5" creationId="{C11F2675-8E4E-ED0B-2495-B12FFEF7F6F3}"/>
          </ac:spMkLst>
        </pc:spChg>
        <pc:spChg chg="mod">
          <ac:chgData name="Mobin Jalilifard" userId="d4991b94b3c7b29d" providerId="LiveId" clId="{D520BD81-027D-478E-93EA-712DF4E275B7}" dt="2024-12-29T17:24:21.671" v="2"/>
          <ac:spMkLst>
            <pc:docMk/>
            <pc:sldMk cId="1067183705" sldId="262"/>
            <ac:spMk id="6" creationId="{5F9B9689-C65D-7644-4EE9-198D6F01802B}"/>
          </ac:spMkLst>
        </pc:spChg>
        <pc:spChg chg="mod">
          <ac:chgData name="Mobin Jalilifard" userId="d4991b94b3c7b29d" providerId="LiveId" clId="{D520BD81-027D-478E-93EA-712DF4E275B7}" dt="2024-12-29T17:35:16.345" v="44" actId="1076"/>
          <ac:spMkLst>
            <pc:docMk/>
            <pc:sldMk cId="1067183705" sldId="262"/>
            <ac:spMk id="8" creationId="{3905AE1F-4EAA-8158-769E-7B7BB77A155C}"/>
          </ac:spMkLst>
        </pc:spChg>
        <pc:spChg chg="mod">
          <ac:chgData name="Mobin Jalilifard" userId="d4991b94b3c7b29d" providerId="LiveId" clId="{D520BD81-027D-478E-93EA-712DF4E275B7}" dt="2024-12-29T17:24:21.671" v="2"/>
          <ac:spMkLst>
            <pc:docMk/>
            <pc:sldMk cId="1067183705" sldId="262"/>
            <ac:spMk id="9" creationId="{357B70DC-205F-190D-E649-B23ED06E75D1}"/>
          </ac:spMkLst>
        </pc:spChg>
        <pc:grpChg chg="mod">
          <ac:chgData name="Mobin Jalilifard" userId="d4991b94b3c7b29d" providerId="LiveId" clId="{D520BD81-027D-478E-93EA-712DF4E275B7}" dt="2024-12-29T17:29:34.776" v="14" actId="1076"/>
          <ac:grpSpMkLst>
            <pc:docMk/>
            <pc:sldMk cId="1067183705" sldId="262"/>
            <ac:grpSpMk id="7" creationId="{C88CB233-61E2-4410-5C89-8F7DA1B0DFFC}"/>
          </ac:grpSpMkLst>
        </pc:grpChg>
        <pc:picChg chg="mod">
          <ac:chgData name="Mobin Jalilifard" userId="d4991b94b3c7b29d" providerId="LiveId" clId="{D520BD81-027D-478E-93EA-712DF4E275B7}" dt="2024-12-29T17:35:16.345" v="44" actId="1076"/>
          <ac:picMkLst>
            <pc:docMk/>
            <pc:sldMk cId="1067183705" sldId="262"/>
            <ac:picMk id="1026" creationId="{D2439EE3-2E30-4536-BD12-BCBAFE6C3F52}"/>
          </ac:picMkLst>
        </pc:picChg>
      </pc:sldChg>
      <pc:sldChg chg="modSp mod modTransition">
        <pc:chgData name="Mobin Jalilifard" userId="d4991b94b3c7b29d" providerId="LiveId" clId="{D520BD81-027D-478E-93EA-712DF4E275B7}" dt="2024-12-29T21:33:30.139" v="2540" actId="20577"/>
        <pc:sldMkLst>
          <pc:docMk/>
          <pc:sldMk cId="33153691" sldId="263"/>
        </pc:sldMkLst>
        <pc:spChg chg="mod">
          <ac:chgData name="Mobin Jalilifard" userId="d4991b94b3c7b29d" providerId="LiveId" clId="{D520BD81-027D-478E-93EA-712DF4E275B7}" dt="2024-12-29T17:30:18.439" v="21" actId="1076"/>
          <ac:spMkLst>
            <pc:docMk/>
            <pc:sldMk cId="33153691" sldId="263"/>
            <ac:spMk id="3" creationId="{8D94505A-9897-3CE0-0E69-F9790038A8F9}"/>
          </ac:spMkLst>
        </pc:spChg>
        <pc:spChg chg="mod">
          <ac:chgData name="Mobin Jalilifard" userId="d4991b94b3c7b29d" providerId="LiveId" clId="{D520BD81-027D-478E-93EA-712DF4E275B7}" dt="2024-12-29T17:24:21.671" v="2"/>
          <ac:spMkLst>
            <pc:docMk/>
            <pc:sldMk cId="33153691" sldId="263"/>
            <ac:spMk id="4" creationId="{25E9ECCE-704E-9BCC-8D4E-F6596973AD68}"/>
          </ac:spMkLst>
        </pc:spChg>
        <pc:spChg chg="mod">
          <ac:chgData name="Mobin Jalilifard" userId="d4991b94b3c7b29d" providerId="LiveId" clId="{D520BD81-027D-478E-93EA-712DF4E275B7}" dt="2024-12-29T17:36:26.829" v="50" actId="20577"/>
          <ac:spMkLst>
            <pc:docMk/>
            <pc:sldMk cId="33153691" sldId="263"/>
            <ac:spMk id="5" creationId="{7A7ABCEF-07C2-BB7C-A80D-60CC353B492E}"/>
          </ac:spMkLst>
        </pc:spChg>
        <pc:spChg chg="mod">
          <ac:chgData name="Mobin Jalilifard" userId="d4991b94b3c7b29d" providerId="LiveId" clId="{D520BD81-027D-478E-93EA-712DF4E275B7}" dt="2024-12-29T17:24:21.671" v="2"/>
          <ac:spMkLst>
            <pc:docMk/>
            <pc:sldMk cId="33153691" sldId="263"/>
            <ac:spMk id="7" creationId="{08A5BD83-8955-4E5D-6614-DBBE52A0966F}"/>
          </ac:spMkLst>
        </pc:spChg>
        <pc:spChg chg="mod">
          <ac:chgData name="Mobin Jalilifard" userId="d4991b94b3c7b29d" providerId="LiveId" clId="{D520BD81-027D-478E-93EA-712DF4E275B7}" dt="2024-12-29T17:24:21.671" v="2"/>
          <ac:spMkLst>
            <pc:docMk/>
            <pc:sldMk cId="33153691" sldId="263"/>
            <ac:spMk id="8" creationId="{82B8ED8D-FEDB-3EF4-A92A-AE67F79158D8}"/>
          </ac:spMkLst>
        </pc:spChg>
        <pc:spChg chg="mod">
          <ac:chgData name="Mobin Jalilifard" userId="d4991b94b3c7b29d" providerId="LiveId" clId="{D520BD81-027D-478E-93EA-712DF4E275B7}" dt="2024-12-29T17:24:21.671" v="2"/>
          <ac:spMkLst>
            <pc:docMk/>
            <pc:sldMk cId="33153691" sldId="263"/>
            <ac:spMk id="11" creationId="{69452346-51D9-2D87-697B-DAFFD72D8189}"/>
          </ac:spMkLst>
        </pc:spChg>
        <pc:spChg chg="mod">
          <ac:chgData name="Mobin Jalilifard" userId="d4991b94b3c7b29d" providerId="LiveId" clId="{D520BD81-027D-478E-93EA-712DF4E275B7}" dt="2024-12-29T17:24:21.671" v="2"/>
          <ac:spMkLst>
            <pc:docMk/>
            <pc:sldMk cId="33153691" sldId="263"/>
            <ac:spMk id="13" creationId="{F01F2E5C-D867-729B-D818-192150227ECD}"/>
          </ac:spMkLst>
        </pc:spChg>
        <pc:spChg chg="mod">
          <ac:chgData name="Mobin Jalilifard" userId="d4991b94b3c7b29d" providerId="LiveId" clId="{D520BD81-027D-478E-93EA-712DF4E275B7}" dt="2024-12-29T17:24:21.671" v="2"/>
          <ac:spMkLst>
            <pc:docMk/>
            <pc:sldMk cId="33153691" sldId="263"/>
            <ac:spMk id="17" creationId="{7DE45E5B-2DA9-B3ED-D2AF-640FDD816CFF}"/>
          </ac:spMkLst>
        </pc:spChg>
        <pc:spChg chg="mod">
          <ac:chgData name="Mobin Jalilifard" userId="d4991b94b3c7b29d" providerId="LiveId" clId="{D520BD81-027D-478E-93EA-712DF4E275B7}" dt="2024-12-29T21:33:30.139" v="2540" actId="20577"/>
          <ac:spMkLst>
            <pc:docMk/>
            <pc:sldMk cId="33153691" sldId="263"/>
            <ac:spMk id="24" creationId="{9AF3BF42-A0D0-4D2B-5FE1-52B9DBA1B3C2}"/>
          </ac:spMkLst>
        </pc:spChg>
        <pc:grpChg chg="mod">
          <ac:chgData name="Mobin Jalilifard" userId="d4991b94b3c7b29d" providerId="LiveId" clId="{D520BD81-027D-478E-93EA-712DF4E275B7}" dt="2024-12-29T17:54:22.020" v="399" actId="1037"/>
          <ac:grpSpMkLst>
            <pc:docMk/>
            <pc:sldMk cId="33153691" sldId="263"/>
            <ac:grpSpMk id="19" creationId="{C67E74C2-830E-893F-F5F6-C8C70325DF8D}"/>
          </ac:grpSpMkLst>
        </pc:grpChg>
        <pc:grpChg chg="mod">
          <ac:chgData name="Mobin Jalilifard" userId="d4991b94b3c7b29d" providerId="LiveId" clId="{D520BD81-027D-478E-93EA-712DF4E275B7}" dt="2024-12-29T17:54:56.453" v="434" actId="1037"/>
          <ac:grpSpMkLst>
            <pc:docMk/>
            <pc:sldMk cId="33153691" sldId="263"/>
            <ac:grpSpMk id="20" creationId="{1DF690E1-3BE7-C21B-BE1F-AD01A112FAE6}"/>
          </ac:grpSpMkLst>
        </pc:grpChg>
        <pc:grpChg chg="mod">
          <ac:chgData name="Mobin Jalilifard" userId="d4991b94b3c7b29d" providerId="LiveId" clId="{D520BD81-027D-478E-93EA-712DF4E275B7}" dt="2024-12-29T17:54:51.256" v="430" actId="554"/>
          <ac:grpSpMkLst>
            <pc:docMk/>
            <pc:sldMk cId="33153691" sldId="263"/>
            <ac:grpSpMk id="21" creationId="{3868A322-A28D-7691-6FB5-E77195B9CAAE}"/>
          </ac:grpSpMkLst>
        </pc:grpChg>
        <pc:grpChg chg="mod">
          <ac:chgData name="Mobin Jalilifard" userId="d4991b94b3c7b29d" providerId="LiveId" clId="{D520BD81-027D-478E-93EA-712DF4E275B7}" dt="2024-12-29T17:54:56.453" v="434" actId="1037"/>
          <ac:grpSpMkLst>
            <pc:docMk/>
            <pc:sldMk cId="33153691" sldId="263"/>
            <ac:grpSpMk id="25" creationId="{F19B837B-377E-0A86-7F42-13776F54AFAB}"/>
          </ac:grpSpMkLst>
        </pc:grpChg>
      </pc:sldChg>
      <pc:sldChg chg="modSp ord modTransition">
        <pc:chgData name="Mobin Jalilifard" userId="d4991b94b3c7b29d" providerId="LiveId" clId="{D520BD81-027D-478E-93EA-712DF4E275B7}" dt="2024-12-29T20:58:56.178" v="1788"/>
        <pc:sldMkLst>
          <pc:docMk/>
          <pc:sldMk cId="4088275318" sldId="264"/>
        </pc:sldMkLst>
        <pc:spChg chg="mod">
          <ac:chgData name="Mobin Jalilifard" userId="d4991b94b3c7b29d" providerId="LiveId" clId="{D520BD81-027D-478E-93EA-712DF4E275B7}" dt="2024-12-29T17:24:21.671" v="2"/>
          <ac:spMkLst>
            <pc:docMk/>
            <pc:sldMk cId="4088275318" sldId="264"/>
            <ac:spMk id="2" creationId="{75CF181F-6A38-4444-4245-9751306223C5}"/>
          </ac:spMkLst>
        </pc:spChg>
        <pc:spChg chg="mod">
          <ac:chgData name="Mobin Jalilifard" userId="d4991b94b3c7b29d" providerId="LiveId" clId="{D520BD81-027D-478E-93EA-712DF4E275B7}" dt="2024-12-29T17:24:21.671" v="2"/>
          <ac:spMkLst>
            <pc:docMk/>
            <pc:sldMk cId="4088275318" sldId="264"/>
            <ac:spMk id="4" creationId="{AD86B678-7F06-ED08-DEBD-C66404B12A30}"/>
          </ac:spMkLst>
        </pc:spChg>
        <pc:spChg chg="mod">
          <ac:chgData name="Mobin Jalilifard" userId="d4991b94b3c7b29d" providerId="LiveId" clId="{D520BD81-027D-478E-93EA-712DF4E275B7}" dt="2024-12-29T17:24:21.671" v="2"/>
          <ac:spMkLst>
            <pc:docMk/>
            <pc:sldMk cId="4088275318" sldId="264"/>
            <ac:spMk id="7" creationId="{88F80F89-4D87-C9FD-21A4-293904CED377}"/>
          </ac:spMkLst>
        </pc:spChg>
        <pc:grpChg chg="mod">
          <ac:chgData name="Mobin Jalilifard" userId="d4991b94b3c7b29d" providerId="LiveId" clId="{D520BD81-027D-478E-93EA-712DF4E275B7}" dt="2024-12-29T17:24:21.671" v="2"/>
          <ac:grpSpMkLst>
            <pc:docMk/>
            <pc:sldMk cId="4088275318" sldId="264"/>
            <ac:grpSpMk id="11" creationId="{9F1912D7-DF2D-2E15-32FB-1B3CE0FDB271}"/>
          </ac:grpSpMkLst>
        </pc:grpChg>
      </pc:sldChg>
      <pc:sldChg chg="modSp del mod modTransition">
        <pc:chgData name="Mobin Jalilifard" userId="d4991b94b3c7b29d" providerId="LiveId" clId="{D520BD81-027D-478E-93EA-712DF4E275B7}" dt="2024-12-29T21:30:08.075" v="2377" actId="47"/>
        <pc:sldMkLst>
          <pc:docMk/>
          <pc:sldMk cId="1086429703" sldId="265"/>
        </pc:sldMkLst>
      </pc:sldChg>
      <pc:sldChg chg="addSp delSp modSp mod modTransition">
        <pc:chgData name="Mobin Jalilifard" userId="d4991b94b3c7b29d" providerId="LiveId" clId="{D520BD81-027D-478E-93EA-712DF4E275B7}" dt="2024-12-29T21:02:07.552" v="1899" actId="1038"/>
        <pc:sldMkLst>
          <pc:docMk/>
          <pc:sldMk cId="3443828808" sldId="266"/>
        </pc:sldMkLst>
        <pc:spChg chg="add mod">
          <ac:chgData name="Mobin Jalilifard" userId="d4991b94b3c7b29d" providerId="LiveId" clId="{D520BD81-027D-478E-93EA-712DF4E275B7}" dt="2024-12-29T20:59:56.292" v="1840" actId="1076"/>
          <ac:spMkLst>
            <pc:docMk/>
            <pc:sldMk cId="3443828808" sldId="266"/>
            <ac:spMk id="2" creationId="{6CBB07E0-941F-E6F2-B9FF-A9ED8D3078CE}"/>
          </ac:spMkLst>
        </pc:spChg>
        <pc:spChg chg="add mod">
          <ac:chgData name="Mobin Jalilifard" userId="d4991b94b3c7b29d" providerId="LiveId" clId="{D520BD81-027D-478E-93EA-712DF4E275B7}" dt="2024-12-29T21:00:19.556" v="1844" actId="1076"/>
          <ac:spMkLst>
            <pc:docMk/>
            <pc:sldMk cId="3443828808" sldId="266"/>
            <ac:spMk id="4" creationId="{5C613106-E2C5-EB5A-CCAE-F38ED08EDFF2}"/>
          </ac:spMkLst>
        </pc:spChg>
        <pc:spChg chg="add mod">
          <ac:chgData name="Mobin Jalilifard" userId="d4991b94b3c7b29d" providerId="LiveId" clId="{D520BD81-027D-478E-93EA-712DF4E275B7}" dt="2024-12-29T20:58:31.756" v="1781" actId="1076"/>
          <ac:spMkLst>
            <pc:docMk/>
            <pc:sldMk cId="3443828808" sldId="266"/>
            <ac:spMk id="5" creationId="{694E6418-AAC2-4D83-615B-1E2D854BF772}"/>
          </ac:spMkLst>
        </pc:spChg>
        <pc:spChg chg="add mod">
          <ac:chgData name="Mobin Jalilifard" userId="d4991b94b3c7b29d" providerId="LiveId" clId="{D520BD81-027D-478E-93EA-712DF4E275B7}" dt="2024-12-29T21:01:51.703" v="1865" actId="165"/>
          <ac:spMkLst>
            <pc:docMk/>
            <pc:sldMk cId="3443828808" sldId="266"/>
            <ac:spMk id="6" creationId="{F2C55FC4-7104-318D-84FB-E6179775405F}"/>
          </ac:spMkLst>
        </pc:spChg>
        <pc:spChg chg="add mod modVis">
          <ac:chgData name="Mobin Jalilifard" userId="d4991b94b3c7b29d" providerId="LiveId" clId="{D520BD81-027D-478E-93EA-712DF4E275B7}" dt="2024-12-29T19:23:13.359" v="618" actId="14430"/>
          <ac:spMkLst>
            <pc:docMk/>
            <pc:sldMk cId="3443828808" sldId="266"/>
            <ac:spMk id="12" creationId="{31F71603-C1D2-ACE1-699D-229317D0065D}"/>
          </ac:spMkLst>
        </pc:spChg>
        <pc:spChg chg="add mod">
          <ac:chgData name="Mobin Jalilifard" userId="d4991b94b3c7b29d" providerId="LiveId" clId="{D520BD81-027D-478E-93EA-712DF4E275B7}" dt="2024-12-29T21:01:51.703" v="1865" actId="165"/>
          <ac:spMkLst>
            <pc:docMk/>
            <pc:sldMk cId="3443828808" sldId="266"/>
            <ac:spMk id="25" creationId="{AF295C52-AB43-4E4E-B8F4-04A69C3B58EC}"/>
          </ac:spMkLst>
        </pc:spChg>
        <pc:spChg chg="add mod">
          <ac:chgData name="Mobin Jalilifard" userId="d4991b94b3c7b29d" providerId="LiveId" clId="{D520BD81-027D-478E-93EA-712DF4E275B7}" dt="2024-12-29T21:01:51.703" v="1865" actId="165"/>
          <ac:spMkLst>
            <pc:docMk/>
            <pc:sldMk cId="3443828808" sldId="266"/>
            <ac:spMk id="27" creationId="{4AB6C43E-75FF-A197-998D-D96DD4F1F5F1}"/>
          </ac:spMkLst>
        </pc:spChg>
        <pc:spChg chg="add del mod">
          <ac:chgData name="Mobin Jalilifard" userId="d4991b94b3c7b29d" providerId="LiveId" clId="{D520BD81-027D-478E-93EA-712DF4E275B7}" dt="2024-12-29T21:01:51.703" v="1865" actId="165"/>
          <ac:spMkLst>
            <pc:docMk/>
            <pc:sldMk cId="3443828808" sldId="266"/>
            <ac:spMk id="28" creationId="{BFA331C7-2BC6-9320-640D-DF709D76B2F9}"/>
          </ac:spMkLst>
        </pc:spChg>
        <pc:spChg chg="add mod">
          <ac:chgData name="Mobin Jalilifard" userId="d4991b94b3c7b29d" providerId="LiveId" clId="{D520BD81-027D-478E-93EA-712DF4E275B7}" dt="2024-12-29T20:48:22.754" v="1659" actId="113"/>
          <ac:spMkLst>
            <pc:docMk/>
            <pc:sldMk cId="3443828808" sldId="266"/>
            <ac:spMk id="30" creationId="{E93077D7-D00F-68BB-8A73-564EC3B8F242}"/>
          </ac:spMkLst>
        </pc:spChg>
        <pc:grpChg chg="add mod topLvl">
          <ac:chgData name="Mobin Jalilifard" userId="d4991b94b3c7b29d" providerId="LiveId" clId="{D520BD81-027D-478E-93EA-712DF4E275B7}" dt="2024-12-29T21:01:57.313" v="1879" actId="1038"/>
          <ac:grpSpMkLst>
            <pc:docMk/>
            <pc:sldMk cId="3443828808" sldId="266"/>
            <ac:grpSpMk id="29" creationId="{B115A57C-DA5D-A695-5A03-315CE006D08F}"/>
          </ac:grpSpMkLst>
        </pc:grpChg>
        <pc:grpChg chg="add mod topLvl">
          <ac:chgData name="Mobin Jalilifard" userId="d4991b94b3c7b29d" providerId="LiveId" clId="{D520BD81-027D-478E-93EA-712DF4E275B7}" dt="2024-12-29T21:02:07.552" v="1899" actId="1038"/>
          <ac:grpSpMkLst>
            <pc:docMk/>
            <pc:sldMk cId="3443828808" sldId="266"/>
            <ac:grpSpMk id="31" creationId="{B452D174-ED5E-1BB5-1FD1-15B7F056B3F3}"/>
          </ac:grpSpMkLst>
        </pc:grpChg>
        <pc:cxnChg chg="add mod">
          <ac:chgData name="Mobin Jalilifard" userId="d4991b94b3c7b29d" providerId="LiveId" clId="{D520BD81-027D-478E-93EA-712DF4E275B7}" dt="2024-12-29T20:48:35.486" v="1661" actId="208"/>
          <ac:cxnSpMkLst>
            <pc:docMk/>
            <pc:sldMk cId="3443828808" sldId="266"/>
            <ac:cxnSpMk id="33" creationId="{8377F3D0-3726-9BB4-EB5C-DA7C13102403}"/>
          </ac:cxnSpMkLst>
        </pc:cxnChg>
      </pc:sldChg>
      <pc:sldChg chg="new del">
        <pc:chgData name="Mobin Jalilifard" userId="d4991b94b3c7b29d" providerId="LiveId" clId="{D520BD81-027D-478E-93EA-712DF4E275B7}" dt="2024-12-29T20:07:35.483" v="759" actId="47"/>
        <pc:sldMkLst>
          <pc:docMk/>
          <pc:sldMk cId="1181065082" sldId="267"/>
        </pc:sldMkLst>
      </pc:sldChg>
      <pc:sldChg chg="addSp delSp modSp add mod modTransition">
        <pc:chgData name="Mobin Jalilifard" userId="d4991b94b3c7b29d" providerId="LiveId" clId="{D520BD81-027D-478E-93EA-712DF4E275B7}" dt="2024-12-29T21:36:58.345" v="2541" actId="1582"/>
        <pc:sldMkLst>
          <pc:docMk/>
          <pc:sldMk cId="3831035336" sldId="268"/>
        </pc:sldMkLst>
        <pc:spChg chg="add mod">
          <ac:chgData name="Mobin Jalilifard" userId="d4991b94b3c7b29d" providerId="LiveId" clId="{D520BD81-027D-478E-93EA-712DF4E275B7}" dt="2024-12-29T20:59:44.037" v="1830" actId="1036"/>
          <ac:spMkLst>
            <pc:docMk/>
            <pc:sldMk cId="3831035336" sldId="268"/>
            <ac:spMk id="8" creationId="{A850E3E7-E837-AFC9-D493-17FB3557F1ED}"/>
          </ac:spMkLst>
        </pc:spChg>
        <pc:spChg chg="add mod">
          <ac:chgData name="Mobin Jalilifard" userId="d4991b94b3c7b29d" providerId="LiveId" clId="{D520BD81-027D-478E-93EA-712DF4E275B7}" dt="2024-12-29T20:59:44.037" v="1830" actId="1036"/>
          <ac:spMkLst>
            <pc:docMk/>
            <pc:sldMk cId="3831035336" sldId="268"/>
            <ac:spMk id="9" creationId="{9D1FE9B4-E4BB-6593-F45C-7B1AADA188B5}"/>
          </ac:spMkLst>
        </pc:spChg>
        <pc:spChg chg="mod">
          <ac:chgData name="Mobin Jalilifard" userId="d4991b94b3c7b29d" providerId="LiveId" clId="{D520BD81-027D-478E-93EA-712DF4E275B7}" dt="2024-12-29T20:59:44.037" v="1830" actId="1036"/>
          <ac:spMkLst>
            <pc:docMk/>
            <pc:sldMk cId="3831035336" sldId="268"/>
            <ac:spMk id="10" creationId="{40859E03-D866-5228-F76C-441CE5C27D0F}"/>
          </ac:spMkLst>
        </pc:spChg>
        <pc:spChg chg="add mod">
          <ac:chgData name="Mobin Jalilifard" userId="d4991b94b3c7b29d" providerId="LiveId" clId="{D520BD81-027D-478E-93EA-712DF4E275B7}" dt="2024-12-29T20:59:44.037" v="1830" actId="1036"/>
          <ac:spMkLst>
            <pc:docMk/>
            <pc:sldMk cId="3831035336" sldId="268"/>
            <ac:spMk id="11" creationId="{AA2FE98B-2C61-406C-DF46-2838CA0D7145}"/>
          </ac:spMkLst>
        </pc:spChg>
        <pc:spChg chg="add mod">
          <ac:chgData name="Mobin Jalilifard" userId="d4991b94b3c7b29d" providerId="LiveId" clId="{D520BD81-027D-478E-93EA-712DF4E275B7}" dt="2024-12-29T20:59:44.037" v="1830" actId="1036"/>
          <ac:spMkLst>
            <pc:docMk/>
            <pc:sldMk cId="3831035336" sldId="268"/>
            <ac:spMk id="15" creationId="{A20A5302-D08F-5936-8B78-946334B2017B}"/>
          </ac:spMkLst>
        </pc:spChg>
        <pc:spChg chg="add mod">
          <ac:chgData name="Mobin Jalilifard" userId="d4991b94b3c7b29d" providerId="LiveId" clId="{D520BD81-027D-478E-93EA-712DF4E275B7}" dt="2024-12-29T20:59:44.037" v="1830" actId="1036"/>
          <ac:spMkLst>
            <pc:docMk/>
            <pc:sldMk cId="3831035336" sldId="268"/>
            <ac:spMk id="16" creationId="{3DC4902B-00C0-6FE1-7BF0-03483B400F30}"/>
          </ac:spMkLst>
        </pc:spChg>
        <pc:spChg chg="add mod">
          <ac:chgData name="Mobin Jalilifard" userId="d4991b94b3c7b29d" providerId="LiveId" clId="{D520BD81-027D-478E-93EA-712DF4E275B7}" dt="2024-12-29T20:59:49.712" v="1838" actId="1036"/>
          <ac:spMkLst>
            <pc:docMk/>
            <pc:sldMk cId="3831035336" sldId="268"/>
            <ac:spMk id="21" creationId="{9DE59003-A1A8-145D-0CBC-5B267366F19A}"/>
          </ac:spMkLst>
        </pc:spChg>
        <pc:spChg chg="add mod">
          <ac:chgData name="Mobin Jalilifard" userId="d4991b94b3c7b29d" providerId="LiveId" clId="{D520BD81-027D-478E-93EA-712DF4E275B7}" dt="2024-12-29T20:59:44.037" v="1830" actId="1036"/>
          <ac:spMkLst>
            <pc:docMk/>
            <pc:sldMk cId="3831035336" sldId="268"/>
            <ac:spMk id="22" creationId="{70ADCFE9-2A87-9871-3ACC-5B5686B8EA69}"/>
          </ac:spMkLst>
        </pc:spChg>
        <pc:spChg chg="add mod">
          <ac:chgData name="Mobin Jalilifard" userId="d4991b94b3c7b29d" providerId="LiveId" clId="{D520BD81-027D-478E-93EA-712DF4E275B7}" dt="2024-12-29T20:59:44.037" v="1830" actId="1036"/>
          <ac:spMkLst>
            <pc:docMk/>
            <pc:sldMk cId="3831035336" sldId="268"/>
            <ac:spMk id="23" creationId="{822611CD-3885-EE2E-15E4-8845C2BB0773}"/>
          </ac:spMkLst>
        </pc:spChg>
        <pc:spChg chg="add mod">
          <ac:chgData name="Mobin Jalilifard" userId="d4991b94b3c7b29d" providerId="LiveId" clId="{D520BD81-027D-478E-93EA-712DF4E275B7}" dt="2024-12-29T20:59:44.037" v="1830" actId="1036"/>
          <ac:spMkLst>
            <pc:docMk/>
            <pc:sldMk cId="3831035336" sldId="268"/>
            <ac:spMk id="24" creationId="{001844B5-AC69-2900-445A-00919EB5AB1D}"/>
          </ac:spMkLst>
        </pc:spChg>
        <pc:cxnChg chg="add mod">
          <ac:chgData name="Mobin Jalilifard" userId="d4991b94b3c7b29d" providerId="LiveId" clId="{D520BD81-027D-478E-93EA-712DF4E275B7}" dt="2024-12-29T21:36:58.345" v="2541" actId="1582"/>
          <ac:cxnSpMkLst>
            <pc:docMk/>
            <pc:sldMk cId="3831035336" sldId="268"/>
            <ac:cxnSpMk id="7" creationId="{DE4FAE36-1CFA-DC33-75A9-4D633C8FAA85}"/>
          </ac:cxnSpMkLst>
        </pc:cxnChg>
      </pc:sldChg>
      <pc:sldChg chg="addSp delSp new del">
        <pc:chgData name="Mobin Jalilifard" userId="d4991b94b3c7b29d" providerId="LiveId" clId="{D520BD81-027D-478E-93EA-712DF4E275B7}" dt="2024-12-29T20:29:45.669" v="1228" actId="47"/>
        <pc:sldMkLst>
          <pc:docMk/>
          <pc:sldMk cId="860342153" sldId="269"/>
        </pc:sldMkLst>
      </pc:sldChg>
      <pc:sldChg chg="addSp delSp modSp add mod">
        <pc:chgData name="Mobin Jalilifard" userId="d4991b94b3c7b29d" providerId="LiveId" clId="{D520BD81-027D-478E-93EA-712DF4E275B7}" dt="2024-12-30T02:37:39.574" v="3365" actId="1076"/>
        <pc:sldMkLst>
          <pc:docMk/>
          <pc:sldMk cId="3293784926" sldId="269"/>
        </pc:sldMkLst>
        <pc:spChg chg="add mod">
          <ac:chgData name="Mobin Jalilifard" userId="d4991b94b3c7b29d" providerId="LiveId" clId="{D520BD81-027D-478E-93EA-712DF4E275B7}" dt="2024-12-29T21:00:32.425" v="1845" actId="1076"/>
          <ac:spMkLst>
            <pc:docMk/>
            <pc:sldMk cId="3293784926" sldId="269"/>
            <ac:spMk id="2" creationId="{1F3A8C87-547F-8774-9F27-543D320DFDB6}"/>
          </ac:spMkLst>
        </pc:spChg>
        <pc:spChg chg="add mod">
          <ac:chgData name="Mobin Jalilifard" userId="d4991b94b3c7b29d" providerId="LiveId" clId="{D520BD81-027D-478E-93EA-712DF4E275B7}" dt="2024-12-29T21:16:00.700" v="2217" actId="207"/>
          <ac:spMkLst>
            <pc:docMk/>
            <pc:sldMk cId="3293784926" sldId="269"/>
            <ac:spMk id="3" creationId="{464E99DC-9C00-020E-5AFF-71A55C627054}"/>
          </ac:spMkLst>
        </pc:spChg>
        <pc:spChg chg="add mod">
          <ac:chgData name="Mobin Jalilifard" userId="d4991b94b3c7b29d" providerId="LiveId" clId="{D520BD81-027D-478E-93EA-712DF4E275B7}" dt="2024-12-29T21:17:26.210" v="2235" actId="20577"/>
          <ac:spMkLst>
            <pc:docMk/>
            <pc:sldMk cId="3293784926" sldId="269"/>
            <ac:spMk id="4" creationId="{06DDEC21-4716-2633-4E83-2F342B51BCBC}"/>
          </ac:spMkLst>
        </pc:spChg>
        <pc:spChg chg="add mod">
          <ac:chgData name="Mobin Jalilifard" userId="d4991b94b3c7b29d" providerId="LiveId" clId="{D520BD81-027D-478E-93EA-712DF4E275B7}" dt="2024-12-29T21:25:13.162" v="2373" actId="113"/>
          <ac:spMkLst>
            <pc:docMk/>
            <pc:sldMk cId="3293784926" sldId="269"/>
            <ac:spMk id="5" creationId="{6549A233-6027-ACD2-89CF-AA03CAA3B5F4}"/>
          </ac:spMkLst>
        </pc:spChg>
        <pc:spChg chg="add mod">
          <ac:chgData name="Mobin Jalilifard" userId="d4991b94b3c7b29d" providerId="LiveId" clId="{D520BD81-027D-478E-93EA-712DF4E275B7}" dt="2024-12-30T02:37:11.446" v="3363" actId="1076"/>
          <ac:spMkLst>
            <pc:docMk/>
            <pc:sldMk cId="3293784926" sldId="269"/>
            <ac:spMk id="6" creationId="{01B73451-8F36-DFD6-E9B2-9211A9CCDE05}"/>
          </ac:spMkLst>
        </pc:spChg>
        <pc:spChg chg="add mod">
          <ac:chgData name="Mobin Jalilifard" userId="d4991b94b3c7b29d" providerId="LiveId" clId="{D520BD81-027D-478E-93EA-712DF4E275B7}" dt="2024-12-30T02:36:18.476" v="3334" actId="1035"/>
          <ac:spMkLst>
            <pc:docMk/>
            <pc:sldMk cId="3293784926" sldId="269"/>
            <ac:spMk id="14" creationId="{90C4A83E-2595-705C-1FDA-FBEC86A30085}"/>
          </ac:spMkLst>
        </pc:spChg>
        <pc:spChg chg="add mod">
          <ac:chgData name="Mobin Jalilifard" userId="d4991b94b3c7b29d" providerId="LiveId" clId="{D520BD81-027D-478E-93EA-712DF4E275B7}" dt="2024-12-30T02:36:18.476" v="3334" actId="1035"/>
          <ac:spMkLst>
            <pc:docMk/>
            <pc:sldMk cId="3293784926" sldId="269"/>
            <ac:spMk id="18" creationId="{704CFE9D-0645-6891-AB3C-B721F26D6B95}"/>
          </ac:spMkLst>
        </pc:spChg>
        <pc:spChg chg="add mod">
          <ac:chgData name="Mobin Jalilifard" userId="d4991b94b3c7b29d" providerId="LiveId" clId="{D520BD81-027D-478E-93EA-712DF4E275B7}" dt="2024-12-30T02:37:39.574" v="3365" actId="1076"/>
          <ac:spMkLst>
            <pc:docMk/>
            <pc:sldMk cId="3293784926" sldId="269"/>
            <ac:spMk id="19" creationId="{96F92CD8-BCA2-39F3-4ED8-5216BCF64256}"/>
          </ac:spMkLst>
        </pc:spChg>
        <pc:spChg chg="add mod">
          <ac:chgData name="Mobin Jalilifard" userId="d4991b94b3c7b29d" providerId="LiveId" clId="{D520BD81-027D-478E-93EA-712DF4E275B7}" dt="2024-12-29T21:44:27.697" v="2823" actId="20577"/>
          <ac:spMkLst>
            <pc:docMk/>
            <pc:sldMk cId="3293784926" sldId="269"/>
            <ac:spMk id="28" creationId="{4761AD4E-9462-67D5-58F1-8A2315CA2AFA}"/>
          </ac:spMkLst>
        </pc:spChg>
        <pc:cxnChg chg="add mod">
          <ac:chgData name="Mobin Jalilifard" userId="d4991b94b3c7b29d" providerId="LiveId" clId="{D520BD81-027D-478E-93EA-712DF4E275B7}" dt="2024-12-30T02:35:54.973" v="3315" actId="1076"/>
          <ac:cxnSpMkLst>
            <pc:docMk/>
            <pc:sldMk cId="3293784926" sldId="269"/>
            <ac:cxnSpMk id="13" creationId="{35D746AC-1A9A-AA7A-39B6-28A15C497BE1}"/>
          </ac:cxnSpMkLst>
        </pc:cxnChg>
        <pc:cxnChg chg="add mod">
          <ac:chgData name="Mobin Jalilifard" userId="d4991b94b3c7b29d" providerId="LiveId" clId="{D520BD81-027D-478E-93EA-712DF4E275B7}" dt="2024-12-29T21:44:54.703" v="2827" actId="12788"/>
          <ac:cxnSpMkLst>
            <pc:docMk/>
            <pc:sldMk cId="3293784926" sldId="269"/>
            <ac:cxnSpMk id="32" creationId="{3992BF21-CC74-15B7-04B1-AD2ECE32C03B}"/>
          </ac:cxnSpMkLst>
        </pc:cxnChg>
      </pc:sldChg>
      <pc:sldChg chg="addSp delSp modSp add mod">
        <pc:chgData name="Mobin Jalilifard" userId="d4991b94b3c7b29d" providerId="LiveId" clId="{D520BD81-027D-478E-93EA-712DF4E275B7}" dt="2024-12-29T22:25:30.506" v="3265" actId="20577"/>
        <pc:sldMkLst>
          <pc:docMk/>
          <pc:sldMk cId="1563652460" sldId="270"/>
        </pc:sldMkLst>
        <pc:spChg chg="add mod">
          <ac:chgData name="Mobin Jalilifard" userId="d4991b94b3c7b29d" providerId="LiveId" clId="{D520BD81-027D-478E-93EA-712DF4E275B7}" dt="2024-12-29T21:46:03.364" v="2842" actId="20577"/>
          <ac:spMkLst>
            <pc:docMk/>
            <pc:sldMk cId="1563652460" sldId="270"/>
            <ac:spMk id="7" creationId="{D9A76180-4320-0BF8-AF6E-F1863FC080CC}"/>
          </ac:spMkLst>
        </pc:spChg>
        <pc:spChg chg="add mod">
          <ac:chgData name="Mobin Jalilifard" userId="d4991b94b3c7b29d" providerId="LiveId" clId="{D520BD81-027D-478E-93EA-712DF4E275B7}" dt="2024-12-29T22:25:30.506" v="3265" actId="20577"/>
          <ac:spMkLst>
            <pc:docMk/>
            <pc:sldMk cId="1563652460" sldId="270"/>
            <ac:spMk id="10" creationId="{1B31F471-8300-1B26-4AD5-DE4A735D765F}"/>
          </ac:spMkLst>
        </pc:spChg>
        <pc:spChg chg="add mod">
          <ac:chgData name="Mobin Jalilifard" userId="d4991b94b3c7b29d" providerId="LiveId" clId="{D520BD81-027D-478E-93EA-712DF4E275B7}" dt="2024-12-29T22:25:27.456" v="3264"/>
          <ac:spMkLst>
            <pc:docMk/>
            <pc:sldMk cId="1563652460" sldId="270"/>
            <ac:spMk id="11" creationId="{AC73232B-41DA-3333-F301-569FE1D2A781}"/>
          </ac:spMkLst>
        </pc:spChg>
        <pc:spChg chg="add mod">
          <ac:chgData name="Mobin Jalilifard" userId="d4991b94b3c7b29d" providerId="LiveId" clId="{D520BD81-027D-478E-93EA-712DF4E275B7}" dt="2024-12-29T22:25:27.456" v="3264"/>
          <ac:spMkLst>
            <pc:docMk/>
            <pc:sldMk cId="1563652460" sldId="270"/>
            <ac:spMk id="15" creationId="{D168A378-56B5-E186-F66B-5C15AC30AE21}"/>
          </ac:spMkLst>
        </pc:spChg>
        <pc:grpChg chg="add mod">
          <ac:chgData name="Mobin Jalilifard" userId="d4991b94b3c7b29d" providerId="LiveId" clId="{D520BD81-027D-478E-93EA-712DF4E275B7}" dt="2024-12-29T22:25:27.456" v="3264"/>
          <ac:grpSpMkLst>
            <pc:docMk/>
            <pc:sldMk cId="1563652460" sldId="270"/>
            <ac:grpSpMk id="16" creationId="{64D47B37-4FAA-0149-CD2A-677094845750}"/>
          </ac:grpSpMkLst>
        </pc:grpChg>
        <pc:graphicFrameChg chg="add mod modGraphic">
          <ac:chgData name="Mobin Jalilifard" userId="d4991b94b3c7b29d" providerId="LiveId" clId="{D520BD81-027D-478E-93EA-712DF4E275B7}" dt="2024-12-29T22:25:23.385" v="3263" actId="14734"/>
          <ac:graphicFrameMkLst>
            <pc:docMk/>
            <pc:sldMk cId="1563652460" sldId="270"/>
            <ac:graphicFrameMk id="8" creationId="{24441D96-834E-D777-5F81-D264A27C73DB}"/>
          </ac:graphicFrameMkLst>
        </pc:graphicFrameChg>
      </pc:sldChg>
      <pc:sldChg chg="new del">
        <pc:chgData name="Mobin Jalilifard" userId="d4991b94b3c7b29d" providerId="LiveId" clId="{D520BD81-027D-478E-93EA-712DF4E275B7}" dt="2024-12-29T21:50:43.048" v="2844" actId="47"/>
        <pc:sldMkLst>
          <pc:docMk/>
          <pc:sldMk cId="101583522" sldId="271"/>
        </pc:sldMkLst>
      </pc:sldChg>
      <pc:sldMasterChg chg="modSp modSldLayout">
        <pc:chgData name="Mobin Jalilifard" userId="d4991b94b3c7b29d" providerId="LiveId" clId="{D520BD81-027D-478E-93EA-712DF4E275B7}" dt="2024-12-29T17:24:21.671" v="2"/>
        <pc:sldMasterMkLst>
          <pc:docMk/>
          <pc:sldMasterMk cId="1226482748" sldId="2147483744"/>
        </pc:sldMasterMkLst>
        <pc:sldLayoutChg chg="modSp">
          <pc:chgData name="Mobin Jalilifard" userId="d4991b94b3c7b29d" providerId="LiveId" clId="{D520BD81-027D-478E-93EA-712DF4E275B7}" dt="2024-12-29T17:24:21.671" v="2"/>
          <pc:sldLayoutMkLst>
            <pc:docMk/>
            <pc:sldMasterMk cId="1226482748" sldId="2147483744"/>
            <pc:sldLayoutMk cId="981201195" sldId="2147483745"/>
          </pc:sldLayoutMkLst>
        </pc:sldLayoutChg>
        <pc:sldLayoutChg chg="modSp">
          <pc:chgData name="Mobin Jalilifard" userId="d4991b94b3c7b29d" providerId="LiveId" clId="{D520BD81-027D-478E-93EA-712DF4E275B7}" dt="2024-12-29T17:24:21.671" v="2"/>
          <pc:sldLayoutMkLst>
            <pc:docMk/>
            <pc:sldMasterMk cId="1226482748" sldId="2147483744"/>
            <pc:sldLayoutMk cId="2299361586" sldId="2147483747"/>
          </pc:sldLayoutMkLst>
        </pc:sldLayoutChg>
        <pc:sldLayoutChg chg="modSp">
          <pc:chgData name="Mobin Jalilifard" userId="d4991b94b3c7b29d" providerId="LiveId" clId="{D520BD81-027D-478E-93EA-712DF4E275B7}" dt="2024-12-29T17:24:21.671" v="2"/>
          <pc:sldLayoutMkLst>
            <pc:docMk/>
            <pc:sldMasterMk cId="1226482748" sldId="2147483744"/>
            <pc:sldLayoutMk cId="2527052521" sldId="2147483748"/>
          </pc:sldLayoutMkLst>
        </pc:sldLayoutChg>
        <pc:sldLayoutChg chg="modSp">
          <pc:chgData name="Mobin Jalilifard" userId="d4991b94b3c7b29d" providerId="LiveId" clId="{D520BD81-027D-478E-93EA-712DF4E275B7}" dt="2024-12-29T17:24:21.671" v="2"/>
          <pc:sldLayoutMkLst>
            <pc:docMk/>
            <pc:sldMasterMk cId="1226482748" sldId="2147483744"/>
            <pc:sldLayoutMk cId="3915420925" sldId="2147483749"/>
          </pc:sldLayoutMkLst>
        </pc:sldLayoutChg>
        <pc:sldLayoutChg chg="modSp">
          <pc:chgData name="Mobin Jalilifard" userId="d4991b94b3c7b29d" providerId="LiveId" clId="{D520BD81-027D-478E-93EA-712DF4E275B7}" dt="2024-12-29T17:24:21.671" v="2"/>
          <pc:sldLayoutMkLst>
            <pc:docMk/>
            <pc:sldMasterMk cId="1226482748" sldId="2147483744"/>
            <pc:sldLayoutMk cId="734895473" sldId="2147483752"/>
          </pc:sldLayoutMkLst>
        </pc:sldLayoutChg>
        <pc:sldLayoutChg chg="modSp">
          <pc:chgData name="Mobin Jalilifard" userId="d4991b94b3c7b29d" providerId="LiveId" clId="{D520BD81-027D-478E-93EA-712DF4E275B7}" dt="2024-12-29T17:24:21.671" v="2"/>
          <pc:sldLayoutMkLst>
            <pc:docMk/>
            <pc:sldMasterMk cId="1226482748" sldId="2147483744"/>
            <pc:sldLayoutMk cId="2799880573" sldId="2147483753"/>
          </pc:sldLayoutMkLst>
        </pc:sldLayoutChg>
        <pc:sldLayoutChg chg="modSp">
          <pc:chgData name="Mobin Jalilifard" userId="d4991b94b3c7b29d" providerId="LiveId" clId="{D520BD81-027D-478E-93EA-712DF4E275B7}" dt="2024-12-29T17:24:21.671" v="2"/>
          <pc:sldLayoutMkLst>
            <pc:docMk/>
            <pc:sldMasterMk cId="1226482748" sldId="2147483744"/>
            <pc:sldLayoutMk cId="326917620" sldId="214748375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7B82CA-5DF1-4F4D-8AA1-305152D82C6F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90FD88-AC58-4D40-963C-761930A34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861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0FD88-AC58-4D40-963C-761930A3458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7838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0FD88-AC58-4D40-963C-761930A3458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207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BCC7E-30FD-4611-ACBB-0C71456C3BA9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BCA-DEFD-41AE-91AB-6122988C6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632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BCC7E-30FD-4611-ACBB-0C71456C3BA9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BCA-DEFD-41AE-91AB-6122988C6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549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BCC7E-30FD-4611-ACBB-0C71456C3BA9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BCA-DEFD-41AE-91AB-6122988C6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403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BCC7E-30FD-4611-ACBB-0C71456C3BA9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BCA-DEFD-41AE-91AB-6122988C6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04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BCC7E-30FD-4611-ACBB-0C71456C3BA9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BCA-DEFD-41AE-91AB-6122988C6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122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BCC7E-30FD-4611-ACBB-0C71456C3BA9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BCA-DEFD-41AE-91AB-6122988C6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496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BCC7E-30FD-4611-ACBB-0C71456C3BA9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BCA-DEFD-41AE-91AB-6122988C6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167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BCC7E-30FD-4611-ACBB-0C71456C3BA9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BCA-DEFD-41AE-91AB-6122988C6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4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BCC7E-30FD-4611-ACBB-0C71456C3BA9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BCA-DEFD-41AE-91AB-6122988C6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870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BCC7E-30FD-4611-ACBB-0C71456C3BA9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BCA-DEFD-41AE-91AB-6122988C6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646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BCC7E-30FD-4611-ACBB-0C71456C3BA9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BBCA-DEFD-41AE-91AB-6122988C6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227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BCC7E-30FD-4611-ACBB-0C71456C3BA9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2BBCA-DEFD-41AE-91AB-6122988C6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717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C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A22354B-471D-E128-172A-364C333601A3}"/>
              </a:ext>
            </a:extLst>
          </p:cNvPr>
          <p:cNvGrpSpPr/>
          <p:nvPr/>
        </p:nvGrpSpPr>
        <p:grpSpPr>
          <a:xfrm>
            <a:off x="340360" y="551751"/>
            <a:ext cx="8463280" cy="4747517"/>
            <a:chOff x="340360" y="551751"/>
            <a:chExt cx="8463280" cy="474751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F699D55-3FE1-5706-CFB8-29ECEB08CA35}"/>
                </a:ext>
              </a:extLst>
            </p:cNvPr>
            <p:cNvSpPr txBox="1"/>
            <p:nvPr/>
          </p:nvSpPr>
          <p:spPr>
            <a:xfrm>
              <a:off x="340360" y="551751"/>
              <a:ext cx="846328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0" dirty="0">
                  <a:solidFill>
                    <a:schemeClr val="bg1"/>
                  </a:solidFill>
                  <a:cs typeface="Arial" panose="020B0604020202020204" pitchFamily="34" charset="0"/>
                </a:rPr>
                <a:t>Continued Fractions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9711AEE-F764-81EE-BD2C-D48105C8C077}"/>
                    </a:ext>
                  </a:extLst>
                </p:cNvPr>
                <p:cNvSpPr txBox="1"/>
                <p:nvPr/>
              </p:nvSpPr>
              <p:spPr>
                <a:xfrm>
                  <a:off x="923479" y="1875189"/>
                  <a:ext cx="7297047" cy="342407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8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4800" baseline="-250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48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48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80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48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8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4800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480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48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800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4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4800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4800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4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4800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48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48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4800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4800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48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4800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sz="48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48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sz="4800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sub>
                                        </m:sSub>
                                        <m:r>
                                          <a:rPr lang="en-US" sz="4800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+⋯</m:t>
                                        </m:r>
                                      </m:den>
                                    </m:f>
                                  </m:den>
                                </m:f>
                              </m:den>
                            </m:f>
                          </m:den>
                        </m:f>
                      </m:oMath>
                    </m:oMathPara>
                  </a14:m>
                  <a:endParaRPr lang="en-US" sz="6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9711AEE-F764-81EE-BD2C-D48105C8C0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3479" y="1875189"/>
                  <a:ext cx="7297047" cy="342407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8DED11E-C60F-BA5E-2EE6-8ED00DFBB230}"/>
              </a:ext>
            </a:extLst>
          </p:cNvPr>
          <p:cNvSpPr txBox="1"/>
          <p:nvPr/>
        </p:nvSpPr>
        <p:spPr>
          <a:xfrm>
            <a:off x="609599" y="5820696"/>
            <a:ext cx="2497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Mobin Jalilifard</a:t>
            </a:r>
          </a:p>
          <a:p>
            <a:r>
              <a:rPr lang="en-US" dirty="0">
                <a:solidFill>
                  <a:schemeClr val="bg1"/>
                </a:solidFill>
              </a:rPr>
              <a:t>10.Dey.1403</a:t>
            </a:r>
          </a:p>
        </p:txBody>
      </p:sp>
    </p:spTree>
    <p:extLst>
      <p:ext uri="{BB962C8B-B14F-4D97-AF65-F5344CB8AC3E}">
        <p14:creationId xmlns:p14="http://schemas.microsoft.com/office/powerpoint/2010/main" val="3067813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C7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1D0514-53E4-EC1A-E4EF-1B4ADF122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1B8250-F6AD-43B7-E1F0-002081D99BEA}"/>
              </a:ext>
            </a:extLst>
          </p:cNvPr>
          <p:cNvSpPr txBox="1"/>
          <p:nvPr/>
        </p:nvSpPr>
        <p:spPr>
          <a:xfrm>
            <a:off x="497816" y="3641386"/>
            <a:ext cx="57649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Any number can be written in form of a continued fraction.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84D059-7780-3F4C-5605-6BF8BB4AA042}"/>
              </a:ext>
            </a:extLst>
          </p:cNvPr>
          <p:cNvSpPr txBox="1"/>
          <p:nvPr/>
        </p:nvSpPr>
        <p:spPr>
          <a:xfrm>
            <a:off x="667330" y="579345"/>
            <a:ext cx="20083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Notation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AA68CE8-6975-7933-D065-30AEA2685FE9}"/>
              </a:ext>
            </a:extLst>
          </p:cNvPr>
          <p:cNvGrpSpPr/>
          <p:nvPr/>
        </p:nvGrpSpPr>
        <p:grpSpPr>
          <a:xfrm>
            <a:off x="866367" y="1481215"/>
            <a:ext cx="9318727" cy="1426673"/>
            <a:chOff x="781664" y="1551123"/>
            <a:chExt cx="9318727" cy="14266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F3176B9-05DE-EC5B-D09E-E5B52606E794}"/>
                    </a:ext>
                  </a:extLst>
                </p:cNvPr>
                <p:cNvSpPr txBox="1"/>
                <p:nvPr/>
              </p:nvSpPr>
              <p:spPr>
                <a:xfrm>
                  <a:off x="781664" y="1551123"/>
                  <a:ext cx="3301385" cy="142667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aseline="-250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20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000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20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000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000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20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0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2000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2000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20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sz="20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sub>
                                        </m:sSub>
                                        <m:r>
                                          <a:rPr lang="en-US" sz="2000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+⋯</m:t>
                                        </m:r>
                                      </m:den>
                                    </m:f>
                                  </m:den>
                                </m:f>
                              </m:den>
                            </m:f>
                          </m:den>
                        </m:f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6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F3176B9-05DE-EC5B-D09E-E5B52606E7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664" y="1551123"/>
                  <a:ext cx="3301385" cy="1426673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88F55BB-DC3E-C3D1-5E20-27F630C9B821}"/>
                    </a:ext>
                  </a:extLst>
                </p:cNvPr>
                <p:cNvSpPr txBox="1"/>
                <p:nvPr/>
              </p:nvSpPr>
              <p:spPr>
                <a:xfrm>
                  <a:off x="4083049" y="1670715"/>
                  <a:ext cx="601734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>
                      <a:solidFill>
                        <a:schemeClr val="bg1"/>
                      </a:solidFill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sz="20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20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a14:m>
                  <a:r>
                    <a:rPr lang="en-US" sz="2000" dirty="0">
                      <a:solidFill>
                        <a:schemeClr val="bg1"/>
                      </a:solidFill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sz="20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000" dirty="0">
                      <a:solidFill>
                        <a:schemeClr val="bg1"/>
                      </a:solidFill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sz="20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000" dirty="0">
                      <a:solidFill>
                        <a:schemeClr val="bg1"/>
                      </a:solidFill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sz="20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000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000" dirty="0">
                      <a:solidFill>
                        <a:schemeClr val="bg1"/>
                      </a:solidFill>
                    </a:rPr>
                    <a:t>] </a:t>
                  </a:r>
                  <a14:m>
                    <m:oMath xmlns:m="http://schemas.openxmlformats.org/officeDocument/2006/math">
                      <m:r>
                        <a:rPr lang="en-US" sz="20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2000" dirty="0">
                      <a:solidFill>
                        <a:schemeClr val="bg1"/>
                      </a:solidFill>
                    </a:rPr>
                    <a:t> [</a:t>
                  </a:r>
                  <a14:m>
                    <m:oMath xmlns:m="http://schemas.openxmlformats.org/officeDocument/2006/math">
                      <m:r>
                        <a:rPr lang="en-US" sz="20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000" dirty="0">
                      <a:solidFill>
                        <a:schemeClr val="bg1"/>
                      </a:solidFill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sz="20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000" dirty="0">
                      <a:solidFill>
                        <a:schemeClr val="bg1"/>
                      </a:solidFill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sz="20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000" dirty="0">
                      <a:solidFill>
                        <a:schemeClr val="bg1"/>
                      </a:solidFill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sz="20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000" dirty="0">
                      <a:solidFill>
                        <a:schemeClr val="bg1"/>
                      </a:solidFill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sz="20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000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000" dirty="0">
                      <a:solidFill>
                        <a:schemeClr val="bg1"/>
                      </a:solidFill>
                    </a:rPr>
                    <a:t>] 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88F55BB-DC3E-C3D1-5E20-27F630C9B8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3049" y="1670715"/>
                  <a:ext cx="6017342" cy="400110"/>
                </a:xfrm>
                <a:prstGeom prst="rect">
                  <a:avLst/>
                </a:prstGeom>
                <a:blipFill>
                  <a:blip r:embed="rId3"/>
                  <a:stretch>
                    <a:fillRect l="-1114" t="-9231" b="-2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A5189F4-EC7B-ED72-697F-99B02A0358BE}"/>
              </a:ext>
            </a:extLst>
          </p:cNvPr>
          <p:cNvGrpSpPr/>
          <p:nvPr/>
        </p:nvGrpSpPr>
        <p:grpSpPr>
          <a:xfrm>
            <a:off x="5650917" y="3429000"/>
            <a:ext cx="3051011" cy="1255767"/>
            <a:chOff x="7690199" y="4328192"/>
            <a:chExt cx="3051010" cy="1255766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C7EC930B-7D80-9615-CCAC-2A9A56E0E2DA}"/>
                </a:ext>
              </a:extLst>
            </p:cNvPr>
            <p:cNvSpPr/>
            <p:nvPr/>
          </p:nvSpPr>
          <p:spPr>
            <a:xfrm>
              <a:off x="7690199" y="4328192"/>
              <a:ext cx="3051010" cy="1255766"/>
            </a:xfrm>
            <a:prstGeom prst="roundRect">
              <a:avLst/>
            </a:prstGeom>
            <a:solidFill>
              <a:srgbClr val="FF8C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86B5B91-98EA-1420-B15C-91051D0F96DC}"/>
                </a:ext>
              </a:extLst>
            </p:cNvPr>
            <p:cNvGrpSpPr/>
            <p:nvPr/>
          </p:nvGrpSpPr>
          <p:grpSpPr>
            <a:xfrm>
              <a:off x="7848527" y="4390509"/>
              <a:ext cx="2734352" cy="1131135"/>
              <a:chOff x="8268928" y="4048374"/>
              <a:chExt cx="2734352" cy="1131135"/>
            </a:xfrm>
            <a:solidFill>
              <a:srgbClr val="FF8C01"/>
            </a:solidFill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F408CF4-9967-DB81-FBCE-A238FD36E298}"/>
                  </a:ext>
                </a:extLst>
              </p:cNvPr>
              <p:cNvSpPr txBox="1"/>
              <p:nvPr/>
            </p:nvSpPr>
            <p:spPr>
              <a:xfrm>
                <a:off x="8757511" y="4048374"/>
                <a:ext cx="1757189" cy="369332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</a:rPr>
                  <a:t>Interesting fact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BF5B020-0294-EDD3-931C-B528D2BA7D7F}"/>
                  </a:ext>
                </a:extLst>
              </p:cNvPr>
              <p:cNvSpPr txBox="1"/>
              <p:nvPr/>
            </p:nvSpPr>
            <p:spPr>
              <a:xfrm>
                <a:off x="8268928" y="4533178"/>
                <a:ext cx="2734352" cy="646331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The continued fractions of golden ratio is: [1,1,1,1,...]</a:t>
                </a:r>
              </a:p>
            </p:txBody>
          </p:sp>
        </p:grp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FADFC05-A310-5846-FAAE-F8563589B84E}"/>
              </a:ext>
            </a:extLst>
          </p:cNvPr>
          <p:cNvSpPr txBox="1"/>
          <p:nvPr/>
        </p:nvSpPr>
        <p:spPr>
          <a:xfrm>
            <a:off x="962699" y="5043002"/>
            <a:ext cx="2417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Finite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Infinite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348F14-C8F8-FC62-EE21-71E198C82220}"/>
              </a:ext>
            </a:extLst>
          </p:cNvPr>
          <p:cNvSpPr txBox="1"/>
          <p:nvPr/>
        </p:nvSpPr>
        <p:spPr>
          <a:xfrm>
            <a:off x="5192483" y="5043002"/>
            <a:ext cx="3509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Simple form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General form</a:t>
            </a:r>
          </a:p>
        </p:txBody>
      </p:sp>
    </p:spTree>
    <p:extLst>
      <p:ext uri="{BB962C8B-B14F-4D97-AF65-F5344CB8AC3E}">
        <p14:creationId xmlns:p14="http://schemas.microsoft.com/office/powerpoint/2010/main" val="4113312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C7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C7AB85-15CD-DB85-3827-0C4227657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CD5B4F-12A1-8F3B-B64D-E2654CA77B15}"/>
                  </a:ext>
                </a:extLst>
              </p:cNvPr>
              <p:cNvSpPr txBox="1"/>
              <p:nvPr/>
            </p:nvSpPr>
            <p:spPr>
              <a:xfrm>
                <a:off x="508000" y="963484"/>
                <a:ext cx="4438126" cy="6152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</a:rPr>
                  <a:t>Example: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348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≈4.8333</m:t>
                    </m:r>
                  </m:oMath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CD5B4F-12A1-8F3B-B64D-E2654CA77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963484"/>
                <a:ext cx="4438126" cy="615233"/>
              </a:xfrm>
              <a:prstGeom prst="rect">
                <a:avLst/>
              </a:prstGeom>
              <a:blipFill>
                <a:blip r:embed="rId2"/>
                <a:stretch>
                  <a:fillRect l="-2060" b="-9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CCD0FE0-B4B7-04C5-D4EF-F054C007FB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6332215"/>
                  </p:ext>
                </p:extLst>
              </p:nvPr>
            </p:nvGraphicFramePr>
            <p:xfrm>
              <a:off x="508000" y="1900991"/>
              <a:ext cx="8128000" cy="2536136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180225192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184708537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70201787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95100503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312407283"/>
                        </a:ext>
                      </a:extLst>
                    </a:gridCol>
                  </a:tblGrid>
                  <a:tr h="83258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9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9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348</m:t>
                                    </m:r>
                                  </m:num>
                                  <m:den>
                                    <m:r>
                                      <a:rPr lang="en-US" sz="19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72</m:t>
                                    </m:r>
                                  </m:den>
                                </m:f>
                                <m:r>
                                  <a:rPr lang="en-US" sz="19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3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4+</m:t>
                                </m:r>
                                <m:f>
                                  <m:fPr>
                                    <m:ctrlPr>
                                      <a:rPr lang="en-US" sz="13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3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60</m:t>
                                    </m:r>
                                  </m:num>
                                  <m:den>
                                    <m:r>
                                      <a:rPr lang="en-US" sz="13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3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>
                              <a:solidFill>
                                <a:schemeClr val="bg1"/>
                              </a:solidFill>
                            </a:rPr>
                            <a:t>[4]</a:t>
                          </a:r>
                          <a:endParaRPr lang="en-US" sz="13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9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9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348</m:t>
                                    </m:r>
                                  </m:num>
                                  <m:den>
                                    <m:r>
                                      <a:rPr lang="en-US" sz="19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72</m:t>
                                    </m:r>
                                  </m:den>
                                </m:f>
                                <m:r>
                                  <a:rPr lang="en-US" sz="19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≈4</m:t>
                                </m:r>
                              </m:oMath>
                            </m:oMathPara>
                          </a14:m>
                          <a:endParaRPr lang="en-US" sz="13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First Convergent</a:t>
                          </a: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5813665"/>
                      </a:ext>
                    </a:extLst>
                  </a:tr>
                  <a:tr h="83258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9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9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72</m:t>
                                    </m:r>
                                  </m:num>
                                  <m:den>
                                    <m:r>
                                      <a:rPr lang="en-US" sz="19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60</m:t>
                                    </m:r>
                                  </m:den>
                                </m:f>
                                <m:r>
                                  <a:rPr lang="en-US" sz="19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  <m:r>
                                  <a:rPr lang="en-US" sz="13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13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3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num>
                                  <m:den>
                                    <m:r>
                                      <a:rPr lang="en-US" sz="13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3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[4,1]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900" b="0" i="0" baseline="0" dirty="0" smtClean="0">
                                    <a:solidFill>
                                      <a:srgbClr val="FF8C0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1900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190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900" i="0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900" b="0" i="0" dirty="0" smtClean="0">
                                        <a:solidFill>
                                          <a:srgbClr val="FF8C0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3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9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9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348</m:t>
                                    </m:r>
                                  </m:num>
                                  <m:den>
                                    <m:r>
                                      <a:rPr lang="en-US" sz="19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72</m:t>
                                    </m:r>
                                  </m:den>
                                </m:f>
                                <m:r>
                                  <a:rPr lang="en-US" sz="19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≈5</m:t>
                                </m:r>
                              </m:oMath>
                            </m:oMathPara>
                          </a14:m>
                          <a:endParaRPr lang="en-US" sz="13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Second Convergent</a:t>
                          </a: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21399521"/>
                      </a:ext>
                    </a:extLst>
                  </a:tr>
                  <a:tr h="85708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9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9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60</m:t>
                                    </m:r>
                                  </m:num>
                                  <m:den>
                                    <m:r>
                                      <a:rPr lang="en-US" sz="19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den>
                                </m:f>
                                <m:r>
                                  <a:rPr lang="en-US" sz="19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=5</m:t>
                                </m:r>
                              </m:oMath>
                            </m:oMathPara>
                          </a14:m>
                          <a:endParaRPr lang="en-US" sz="13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[4,1,5]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900" b="0" i="0" baseline="0" dirty="0" smtClean="0">
                                    <a:solidFill>
                                      <a:srgbClr val="FF8C0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1900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19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900" i="0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900" i="1" dirty="0" smtClean="0">
                                        <a:solidFill>
                                          <a:srgbClr val="FF8C0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900" i="0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19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900" i="0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1900" b="0" i="1" dirty="0" smtClean="0">
                                            <a:solidFill>
                                              <a:srgbClr val="FF8C0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den>
                                </m:f>
                              </m:oMath>
                            </m:oMathPara>
                          </a14:m>
                          <a:endParaRPr lang="en-US" sz="13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9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9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348</m:t>
                                    </m:r>
                                  </m:num>
                                  <m:den>
                                    <m:r>
                                      <a:rPr lang="en-US" sz="19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72</m:t>
                                    </m:r>
                                  </m:den>
                                </m:f>
                                <m:r>
                                  <a:rPr lang="en-US" sz="19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≈4.8333</m:t>
                                </m:r>
                              </m:oMath>
                            </m:oMathPara>
                          </a14:m>
                          <a:endParaRPr lang="en-US" sz="13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Third Convergent</a:t>
                          </a: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708890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CCD0FE0-B4B7-04C5-D4EF-F054C007FB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6332215"/>
                  </p:ext>
                </p:extLst>
              </p:nvPr>
            </p:nvGraphicFramePr>
            <p:xfrm>
              <a:off x="508000" y="1900991"/>
              <a:ext cx="8128000" cy="2536136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180225192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184708537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70201787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95100503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312407283"/>
                        </a:ext>
                      </a:extLst>
                    </a:gridCol>
                  </a:tblGrid>
                  <a:tr h="83258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75" t="-730" r="-400375" b="-205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>
                              <a:solidFill>
                                <a:schemeClr val="bg1"/>
                              </a:solidFill>
                            </a:rPr>
                            <a:t>[4]</a:t>
                          </a:r>
                          <a:endParaRPr lang="en-US" sz="13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000" t="-730" r="-100749" b="-205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First Convergent</a:t>
                          </a: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5813665"/>
                      </a:ext>
                    </a:extLst>
                  </a:tr>
                  <a:tr h="83258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75" t="-100730" r="-400375" b="-105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[4,1]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128" t="-100730" r="-201504" b="-105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000" t="-100730" r="-100749" b="-105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Second Convergent</a:t>
                          </a: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21399521"/>
                      </a:ext>
                    </a:extLst>
                  </a:tr>
                  <a:tr h="8709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75" t="-192308" r="-400375" b="-13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[4,1,5]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128" t="-192308" r="-201504" b="-13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000" t="-192308" r="-100749" b="-13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>
                              <a:solidFill>
                                <a:schemeClr val="bg1"/>
                              </a:solidFill>
                            </a:rPr>
                            <a:t>Third Convergent</a:t>
                          </a: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7088905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90A5C80-3648-DD41-170C-9B54D1A985F5}"/>
              </a:ext>
            </a:extLst>
          </p:cNvPr>
          <p:cNvSpPr txBox="1"/>
          <p:nvPr/>
        </p:nvSpPr>
        <p:spPr>
          <a:xfrm>
            <a:off x="1997243" y="5081674"/>
            <a:ext cx="5149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It is like Approximating a number!</a:t>
            </a:r>
          </a:p>
        </p:txBody>
      </p:sp>
    </p:spTree>
    <p:extLst>
      <p:ext uri="{BB962C8B-B14F-4D97-AF65-F5344CB8AC3E}">
        <p14:creationId xmlns:p14="http://schemas.microsoft.com/office/powerpoint/2010/main" val="4229157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C7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EF06DA-D0FE-5BB5-FA32-8F223AF84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23BB4E-7588-8123-5F46-2A51E92E04AB}"/>
              </a:ext>
            </a:extLst>
          </p:cNvPr>
          <p:cNvSpPr txBox="1"/>
          <p:nvPr/>
        </p:nvSpPr>
        <p:spPr>
          <a:xfrm>
            <a:off x="366020" y="835864"/>
            <a:ext cx="2329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Origins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2826B4-2A2B-AAEF-4A4B-080B03715AD3}"/>
              </a:ext>
            </a:extLst>
          </p:cNvPr>
          <p:cNvSpPr txBox="1"/>
          <p:nvPr/>
        </p:nvSpPr>
        <p:spPr>
          <a:xfrm>
            <a:off x="1013367" y="1752203"/>
            <a:ext cx="372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Euclid’s GCD algorithm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70DF9B0-A876-E21D-534A-69EFF58E9436}"/>
                  </a:ext>
                </a:extLst>
              </p:cNvPr>
              <p:cNvSpPr txBox="1"/>
              <p:nvPr/>
            </p:nvSpPr>
            <p:spPr>
              <a:xfrm>
                <a:off x="694277" y="2394069"/>
                <a:ext cx="4576480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891" indent="-342891">
                  <a:buAutoNum type="arabicPeriod"/>
                </a:pPr>
                <a:r>
                  <a:rPr lang="en-US" sz="2000" dirty="0">
                    <a:solidFill>
                      <a:schemeClr val="bg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, swap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2000" dirty="0">
                  <a:solidFill>
                    <a:schemeClr val="bg1"/>
                  </a:solidFill>
                </a:endParaRPr>
              </a:p>
              <a:p>
                <a:pPr marL="342891" indent="-342891">
                  <a:buAutoNum type="arabicPeriod"/>
                </a:pPr>
                <a:r>
                  <a:rPr lang="en-US" sz="2000" dirty="0">
                    <a:solidFill>
                      <a:schemeClr val="bg1"/>
                    </a:solidFill>
                  </a:rPr>
                  <a:t>Divide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by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and find the reminder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. if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, then GCD is b</a:t>
                </a:r>
              </a:p>
              <a:p>
                <a:pPr marL="342891" indent="-342891">
                  <a:buAutoNum type="arabicPeriod"/>
                </a:pPr>
                <a:r>
                  <a:rPr lang="en-US" sz="2000" dirty="0">
                    <a:solidFill>
                      <a:schemeClr val="bg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, then set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and go back to 1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70DF9B0-A876-E21D-534A-69EFF58E9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277" y="2394069"/>
                <a:ext cx="4576480" cy="1631216"/>
              </a:xfrm>
              <a:prstGeom prst="rect">
                <a:avLst/>
              </a:prstGeom>
              <a:blipFill>
                <a:blip r:embed="rId2"/>
                <a:stretch>
                  <a:fillRect l="-1465" t="-2622" r="-133" b="-5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C88CB233-61E2-4410-5C89-8F7DA1B0DFFC}"/>
              </a:ext>
            </a:extLst>
          </p:cNvPr>
          <p:cNvGrpSpPr/>
          <p:nvPr/>
        </p:nvGrpSpPr>
        <p:grpSpPr>
          <a:xfrm>
            <a:off x="1145040" y="4690298"/>
            <a:ext cx="7514379" cy="1384995"/>
            <a:chOff x="1614519" y="4821806"/>
            <a:chExt cx="7514379" cy="13849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11F2675-8E4E-ED0B-2495-B12FFEF7F6F3}"/>
                    </a:ext>
                  </a:extLst>
                </p:cNvPr>
                <p:cNvSpPr txBox="1"/>
                <p:nvPr/>
              </p:nvSpPr>
              <p:spPr>
                <a:xfrm>
                  <a:off x="1614519" y="4821806"/>
                  <a:ext cx="2033260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>
                      <a:solidFill>
                        <a:schemeClr val="bg1"/>
                      </a:solidFill>
                    </a:rPr>
                    <a:t>Example:</a:t>
                  </a:r>
                </a:p>
                <a:p>
                  <a:r>
                    <a:rPr lang="en-US" sz="2400" dirty="0">
                      <a:solidFill>
                        <a:schemeClr val="bg1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=43,  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=19</m:t>
                      </m:r>
                    </m:oMath>
                  </a14:m>
                  <a:r>
                    <a:rPr lang="en-US" sz="2000" dirty="0">
                      <a:solidFill>
                        <a:schemeClr val="bg1"/>
                      </a:solidFill>
                    </a:rPr>
                    <a:t> </a:t>
                  </a:r>
                  <a:endParaRPr lang="en-US" sz="2400" dirty="0">
                    <a:solidFill>
                      <a:schemeClr val="bg1"/>
                    </a:solidFill>
                  </a:endParaRPr>
                </a:p>
                <a:p>
                  <a:endParaRPr lang="en-US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11F2675-8E4E-ED0B-2495-B12FFEF7F6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4519" y="4821806"/>
                  <a:ext cx="2033260" cy="1200329"/>
                </a:xfrm>
                <a:prstGeom prst="rect">
                  <a:avLst/>
                </a:prstGeom>
                <a:blipFill>
                  <a:blip r:embed="rId3"/>
                  <a:stretch>
                    <a:fillRect l="-4805" t="-40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F9B9689-C65D-7644-4EE9-198D6F01802B}"/>
                    </a:ext>
                  </a:extLst>
                </p:cNvPr>
                <p:cNvSpPr txBox="1"/>
                <p:nvPr/>
              </p:nvSpPr>
              <p:spPr>
                <a:xfrm>
                  <a:off x="3704747" y="4821806"/>
                  <a:ext cx="1930016" cy="13849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1"/>
                      </a:solidFill>
                    </a:rPr>
                    <a:t>    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43=</m:t>
                      </m:r>
                      <m:r>
                        <a:rPr lang="en-US" b="1" i="1">
                          <a:solidFill>
                            <a:srgbClr val="FF9719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×19+5</m:t>
                      </m:r>
                    </m:oMath>
                  </a14:m>
                  <a:endParaRPr lang="en-US" dirty="0">
                    <a:solidFill>
                      <a:schemeClr val="bg1"/>
                    </a:solidFill>
                    <a:ea typeface="Cambria Math" panose="02040503050406030204" pitchFamily="18" charset="0"/>
                  </a:endParaRPr>
                </a:p>
                <a:p>
                  <a:r>
                    <a:rPr lang="en-US" dirty="0">
                      <a:solidFill>
                        <a:schemeClr val="bg1"/>
                      </a:solidFill>
                    </a:rPr>
                    <a:t>    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19=</m:t>
                      </m:r>
                      <m:r>
                        <a:rPr lang="en-US" b="1" i="1">
                          <a:solidFill>
                            <a:srgbClr val="FF9719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×5+4</m:t>
                      </m:r>
                    </m:oMath>
                  </a14:m>
                  <a:endParaRPr lang="en-US" dirty="0">
                    <a:solidFill>
                      <a:schemeClr val="bg1"/>
                    </a:solidFill>
                    <a:ea typeface="Cambria Math" panose="02040503050406030204" pitchFamily="18" charset="0"/>
                  </a:endParaRP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5=</m:t>
                        </m:r>
                        <m:r>
                          <a:rPr lang="en-US" b="1" i="1">
                            <a:solidFill>
                              <a:srgbClr val="FF9719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×4+1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  <a:ea typeface="Cambria Math" panose="02040503050406030204" pitchFamily="18" charset="0"/>
                  </a:endParaRP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4=</m:t>
                        </m:r>
                        <m:r>
                          <a:rPr lang="en-US" b="1" i="1">
                            <a:solidFill>
                              <a:srgbClr val="FF9719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×1+0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  <a:p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F9B9689-C65D-7644-4EE9-198D6F0180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4747" y="4821806"/>
                  <a:ext cx="1930016" cy="1384994"/>
                </a:xfrm>
                <a:prstGeom prst="rect">
                  <a:avLst/>
                </a:prstGeom>
                <a:blipFill>
                  <a:blip r:embed="rId4"/>
                  <a:stretch>
                    <a:fillRect r="-15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57B70DC-205F-190D-E649-B23ED06E75D1}"/>
                    </a:ext>
                  </a:extLst>
                </p:cNvPr>
                <p:cNvSpPr txBox="1"/>
                <p:nvPr/>
              </p:nvSpPr>
              <p:spPr>
                <a:xfrm>
                  <a:off x="4835448" y="4821806"/>
                  <a:ext cx="4293450" cy="109940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43</m:t>
                            </m:r>
                          </m:num>
                          <m:den>
                            <m:r>
                              <a:rPr lang="en-US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den>
                        </m:f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2+</m:t>
                        </m:r>
                        <m:f>
                          <m:fPr>
                            <m:ctrlPr>
                              <a:rPr lang="en-US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3+</m:t>
                            </m:r>
                            <m:f>
                              <m:fPr>
                                <m:ctrlPr>
                                  <a:rPr lang="en-US" sz="20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>
                                  <m:fPr>
                                    <m:ctrlPr>
                                      <a:rPr lang="en-US" sz="20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den>
                            </m:f>
                          </m:den>
                        </m:f>
                      </m:oMath>
                    </m:oMathPara>
                  </a14:m>
                  <a:endParaRPr lang="en-US" sz="6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57B70DC-205F-190D-E649-B23ED06E75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5448" y="4821806"/>
                  <a:ext cx="4293450" cy="109940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026" name="Picture 2" descr="Euclid | Biography, Contributions, Geometry, &amp; Facts | Britannica">
            <a:extLst>
              <a:ext uri="{FF2B5EF4-FFF2-40B4-BE49-F238E27FC236}">
                <a16:creationId xmlns:a16="http://schemas.microsoft.com/office/drawing/2014/main" id="{D2439EE3-2E30-4536-BD12-BCBAFE6C3F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alphaModFix amt="8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509" b="98925" l="1105" r="98343">
                        <a14:foregroundMark x1="39227" y1="31183" x2="25414" y2="16846"/>
                        <a14:foregroundMark x1="25414" y1="16846" x2="32044" y2="2151"/>
                        <a14:foregroundMark x1="32044" y1="2151" x2="54696" y2="2509"/>
                        <a14:foregroundMark x1="54696" y1="2509" x2="66298" y2="16846"/>
                        <a14:foregroundMark x1="66298" y1="16846" x2="66851" y2="26882"/>
                        <a14:foregroundMark x1="33702" y1="33333" x2="3867" y2="58065"/>
                        <a14:foregroundMark x1="3867" y1="58065" x2="1105" y2="62366"/>
                        <a14:foregroundMark x1="86740" y1="34050" x2="98895" y2="37634"/>
                        <a14:foregroundMark x1="19915" y1="94291" x2="24309" y2="95341"/>
                        <a14:foregroundMark x1="3315" y1="90323" x2="4943" y2="90712"/>
                        <a14:foregroundMark x1="5465" y1="90247" x2="4420" y2="89964"/>
                        <a14:foregroundMark x1="24309" y1="95341" x2="20033" y2="94185"/>
                        <a14:foregroundMark x1="25414" y1="94624" x2="21500" y2="92878"/>
                        <a14:foregroundMark x1="61926" y1="92801" x2="69613" y2="87814"/>
                        <a14:foregroundMark x1="69613" y1="87814" x2="90055" y2="81720"/>
                        <a14:foregroundMark x1="57459" y1="93548" x2="60773" y2="91398"/>
                        <a14:backgroundMark x1="57459" y1="91039" x2="48619" y2="99283"/>
                        <a14:backgroundMark x1="57459" y1="90323" x2="40884" y2="91756"/>
                        <a14:backgroundMark x1="70718" y1="98208" x2="92265" y2="93190"/>
                        <a14:backgroundMark x1="92265" y1="93190" x2="97238" y2="93190"/>
                        <a14:backgroundMark x1="552" y1="94624" x2="17127" y2="9677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6367" y="835864"/>
            <a:ext cx="2142023" cy="330179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05AE1F-4EAA-8158-769E-7B7BB77A155C}"/>
              </a:ext>
            </a:extLst>
          </p:cNvPr>
          <p:cNvSpPr txBox="1"/>
          <p:nvPr/>
        </p:nvSpPr>
        <p:spPr>
          <a:xfrm>
            <a:off x="6766560" y="4137655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300 B.C.</a:t>
            </a:r>
          </a:p>
        </p:txBody>
      </p:sp>
    </p:spTree>
    <p:extLst>
      <p:ext uri="{BB962C8B-B14F-4D97-AF65-F5344CB8AC3E}">
        <p14:creationId xmlns:p14="http://schemas.microsoft.com/office/powerpoint/2010/main" val="1067183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C7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4D825D-08B1-02AB-A89D-5A5810E25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7ABCEF-07C2-BB7C-A80D-60CC353B492E}"/>
              </a:ext>
            </a:extLst>
          </p:cNvPr>
          <p:cNvSpPr txBox="1"/>
          <p:nvPr/>
        </p:nvSpPr>
        <p:spPr>
          <a:xfrm>
            <a:off x="616197" y="575593"/>
            <a:ext cx="3520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Some Properties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67E74C2-830E-893F-F5F6-C8C70325DF8D}"/>
              </a:ext>
            </a:extLst>
          </p:cNvPr>
          <p:cNvGrpSpPr/>
          <p:nvPr/>
        </p:nvGrpSpPr>
        <p:grpSpPr>
          <a:xfrm>
            <a:off x="1029157" y="1657297"/>
            <a:ext cx="2606040" cy="1652826"/>
            <a:chOff x="1674656" y="2056299"/>
            <a:chExt cx="2606040" cy="165282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D94505A-9897-3CE0-0E69-F9790038A8F9}"/>
                </a:ext>
              </a:extLst>
            </p:cNvPr>
            <p:cNvSpPr txBox="1"/>
            <p:nvPr/>
          </p:nvSpPr>
          <p:spPr>
            <a:xfrm>
              <a:off x="1674659" y="2056299"/>
              <a:ext cx="24930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Rational Numbers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9452346-51D9-2D87-697B-DAFFD72D8189}"/>
                </a:ext>
              </a:extLst>
            </p:cNvPr>
            <p:cNvSpPr txBox="1"/>
            <p:nvPr/>
          </p:nvSpPr>
          <p:spPr>
            <a:xfrm>
              <a:off x="1674656" y="2508796"/>
              <a:ext cx="2606040" cy="1200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Rational numbers can be expressed as a finite Continued fraction and vice versa.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DF690E1-3BE7-C21B-BE1F-AD01A112FAE6}"/>
              </a:ext>
            </a:extLst>
          </p:cNvPr>
          <p:cNvGrpSpPr/>
          <p:nvPr/>
        </p:nvGrpSpPr>
        <p:grpSpPr>
          <a:xfrm>
            <a:off x="5010543" y="1553678"/>
            <a:ext cx="3603299" cy="2181153"/>
            <a:chOff x="6932195" y="1828874"/>
            <a:chExt cx="3603299" cy="218115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8A5BD83-8955-4E5D-6614-DBBE52A0966F}"/>
                </a:ext>
              </a:extLst>
            </p:cNvPr>
            <p:cNvSpPr txBox="1"/>
            <p:nvPr/>
          </p:nvSpPr>
          <p:spPr>
            <a:xfrm>
              <a:off x="7369600" y="1828874"/>
              <a:ext cx="31076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Inverting a fraction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01F2E5C-D867-729B-D818-192150227ECD}"/>
                    </a:ext>
                  </a:extLst>
                </p:cNvPr>
                <p:cNvSpPr txBox="1"/>
                <p:nvPr/>
              </p:nvSpPr>
              <p:spPr>
                <a:xfrm>
                  <a:off x="6932195" y="2304432"/>
                  <a:ext cx="3603299" cy="170559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dirty="0">
                      <a:solidFill>
                        <a:schemeClr val="bg1"/>
                      </a:solidFill>
                    </a:rPr>
                    <a:t>	If 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[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, 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, 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, 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, 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]</m:t>
                      </m:r>
                    </m:oMath>
                  </a14:m>
                  <a:r>
                    <a:rPr lang="en-US" dirty="0">
                      <a:solidFill>
                        <a:schemeClr val="bg1"/>
                      </a:solidFill>
                    </a:rPr>
                    <a:t> then 	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[0,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, 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, 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, 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, 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]</m:t>
                      </m:r>
                    </m:oMath>
                  </a14:m>
                  <a:r>
                    <a:rPr lang="en-US" dirty="0">
                      <a:solidFill>
                        <a:schemeClr val="bg1"/>
                      </a:solidFill>
                    </a:rPr>
                    <a:t> 	</a:t>
                  </a:r>
                </a:p>
                <a:p>
                  <a:r>
                    <a:rPr lang="en-US" dirty="0">
                      <a:solidFill>
                        <a:schemeClr val="bg1"/>
                      </a:solidFill>
                    </a:rPr>
                    <a:t>	If 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[0,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, 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, 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, 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, 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dirty="0">
                      <a:solidFill>
                        <a:schemeClr val="bg1"/>
                      </a:solidFill>
                    </a:rPr>
                    <a:t>then 	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[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, 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, 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, 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, 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]</m:t>
                      </m:r>
                    </m:oMath>
                  </a14:m>
                  <a:endParaRPr lang="en-US" dirty="0">
                    <a:solidFill>
                      <a:schemeClr val="bg1"/>
                    </a:solidFill>
                  </a:endParaRPr>
                </a:p>
                <a:p>
                  <a:pPr marL="342891" indent="-342891">
                    <a:buFont typeface="Arial" panose="020B0604020202020204" pitchFamily="34" charset="0"/>
                    <a:buChar char="•"/>
                  </a:pPr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01F2E5C-D867-729B-D818-192150227E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2195" y="2304432"/>
                  <a:ext cx="3603299" cy="1705594"/>
                </a:xfrm>
                <a:prstGeom prst="rect">
                  <a:avLst/>
                </a:prstGeom>
                <a:blipFill>
                  <a:blip r:embed="rId2"/>
                  <a:stretch>
                    <a:fillRect t="-2143" r="-270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868A322-A28D-7691-6FB5-E77195B9CAAE}"/>
              </a:ext>
            </a:extLst>
          </p:cNvPr>
          <p:cNvGrpSpPr/>
          <p:nvPr/>
        </p:nvGrpSpPr>
        <p:grpSpPr>
          <a:xfrm>
            <a:off x="957320" y="4066265"/>
            <a:ext cx="3029473" cy="2133338"/>
            <a:chOff x="1674656" y="4340037"/>
            <a:chExt cx="3029473" cy="213333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5E9ECCE-704E-9BCC-8D4E-F6596973AD68}"/>
                </a:ext>
              </a:extLst>
            </p:cNvPr>
            <p:cNvSpPr txBox="1"/>
            <p:nvPr/>
          </p:nvSpPr>
          <p:spPr>
            <a:xfrm>
              <a:off x="1674657" y="4340037"/>
              <a:ext cx="16466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Multiple CF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DE45E5B-2DA9-B3ED-D2AF-640FDD816CFF}"/>
                    </a:ext>
                  </a:extLst>
                </p:cNvPr>
                <p:cNvSpPr txBox="1"/>
                <p:nvPr/>
              </p:nvSpPr>
              <p:spPr>
                <a:xfrm>
                  <a:off x="1674656" y="4775410"/>
                  <a:ext cx="3029473" cy="16979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[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, 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, 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, 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m:rPr>
                          <m:sty m:val="p"/>
                        </m:rP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]</m:t>
                      </m:r>
                    </m:oMath>
                  </a14:m>
                  <a:r>
                    <a:rPr lang="en-US" dirty="0">
                      <a:solidFill>
                        <a:schemeClr val="bg1"/>
                      </a:solidFill>
                    </a:rPr>
                    <a:t>  =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[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, 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, 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, 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,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…,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m:rPr>
                          <m:sty m:val="p"/>
                        </m:rP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,1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]</m:t>
                      </m:r>
                    </m:oMath>
                  </a14:m>
                  <a:r>
                    <a:rPr lang="en-US" dirty="0">
                      <a:solidFill>
                        <a:schemeClr val="bg1"/>
                      </a:solidFill>
                    </a:rPr>
                    <a:t> </a:t>
                  </a:r>
                </a:p>
                <a:p>
                  <a:r>
                    <a:rPr lang="en-US" dirty="0">
                      <a:solidFill>
                        <a:schemeClr val="bg1"/>
                      </a:solidFill>
                    </a:rPr>
                    <a:t>Because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m:rPr>
                              <m:sty m:val="p"/>
                            </m:rPr>
                            <a:rPr lang="en-US" baseline="-250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m:rPr>
                              <m:sty m:val="p"/>
                            </m:rPr>
                            <a:rPr lang="en-US" baseline="-250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−1+</m:t>
                          </m:r>
                          <m:f>
                            <m:fPr>
                              <m:ctrlP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den>
                      </m:f>
                    </m:oMath>
                  </a14:m>
                  <a:r>
                    <a:rPr lang="en-US" dirty="0">
                      <a:solidFill>
                        <a:schemeClr val="bg1"/>
                      </a:solidFill>
                    </a:rPr>
                    <a:t> </a:t>
                  </a:r>
                </a:p>
                <a:p>
                  <a:r>
                    <a:rPr lang="en-US" dirty="0">
                      <a:solidFill>
                        <a:schemeClr val="bg1"/>
                      </a:solidFill>
                    </a:rPr>
                    <a:t>If the last term is 1 we will add it to the previous term.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DE45E5B-2DA9-B3ED-D2AF-640FDD816C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4656" y="4775410"/>
                  <a:ext cx="3029473" cy="1697965"/>
                </a:xfrm>
                <a:prstGeom prst="rect">
                  <a:avLst/>
                </a:prstGeom>
                <a:blipFill>
                  <a:blip r:embed="rId3"/>
                  <a:stretch>
                    <a:fillRect l="-1610" t="-1792" r="-3219" b="-46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19B837B-377E-0A86-7F42-13776F54AFAB}"/>
              </a:ext>
            </a:extLst>
          </p:cNvPr>
          <p:cNvGrpSpPr/>
          <p:nvPr/>
        </p:nvGrpSpPr>
        <p:grpSpPr>
          <a:xfrm>
            <a:off x="4917006" y="4066265"/>
            <a:ext cx="4116095" cy="1648614"/>
            <a:chOff x="6623026" y="4095842"/>
            <a:chExt cx="4116094" cy="164861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B8ED8D-FEDB-3EF4-A92A-AE67F79158D8}"/>
                </a:ext>
              </a:extLst>
            </p:cNvPr>
            <p:cNvSpPr txBox="1"/>
            <p:nvPr/>
          </p:nvSpPr>
          <p:spPr>
            <a:xfrm>
              <a:off x="7215881" y="4095842"/>
              <a:ext cx="238398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Uniqueness of CF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AF3BF42-A0D0-4D2B-5FE1-52B9DBA1B3C2}"/>
                    </a:ext>
                  </a:extLst>
                </p:cNvPr>
                <p:cNvSpPr txBox="1"/>
                <p:nvPr/>
              </p:nvSpPr>
              <p:spPr>
                <a:xfrm>
                  <a:off x="6623026" y="4544126"/>
                  <a:ext cx="4116094" cy="120032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dirty="0">
                      <a:solidFill>
                        <a:schemeClr val="bg1"/>
                      </a:solidFill>
                    </a:rPr>
                    <a:t>	   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[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, 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, 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, 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,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…,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m:rPr>
                          <m:sty m:val="p"/>
                        </m:rP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]</m:t>
                      </m:r>
                    </m:oMath>
                  </a14:m>
                  <a:r>
                    <a:rPr lang="en-US" dirty="0">
                      <a:solidFill>
                        <a:schemeClr val="bg1"/>
                      </a:solidFill>
                    </a:rPr>
                    <a:t>  	  	   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[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, 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, 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, 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,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…,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m:rPr>
                          <m:sty m:val="p"/>
                        </m:rP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i="1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bg1"/>
                          </a:solidFill>
                        </a:rPr>
                        <m:t>]</m:t>
                      </m:r>
                    </m:oMath>
                  </a14:m>
                  <a:r>
                    <a:rPr lang="en-US" dirty="0">
                      <a:solidFill>
                        <a:schemeClr val="bg1"/>
                      </a:solidFill>
                    </a:rPr>
                    <a:t> 	</a:t>
                  </a:r>
                </a:p>
                <a:p>
                  <a:r>
                    <a:rPr lang="en-US" dirty="0">
                      <a:solidFill>
                        <a:schemeClr val="bg1"/>
                      </a:solidFill>
                    </a:rPr>
                    <a:t>	   and </a:t>
                  </a:r>
                  <a14:m>
                    <m:oMath xmlns:m="http://schemas.openxmlformats.org/officeDocument/2006/math"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m:rPr>
                          <m:sty m:val="p"/>
                        </m:rPr>
                        <a:rPr lang="en-US" baseline="-250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oMath>
                  </a14:m>
                  <a:r>
                    <a:rPr lang="en-US" dirty="0">
                      <a:solidFill>
                        <a:schemeClr val="bg1"/>
                      </a:solidFill>
                    </a:rPr>
                    <a:t>&gt;1 and </a:t>
                  </a:r>
                  <a14:m>
                    <m:oMath xmlns:m="http://schemas.openxmlformats.org/officeDocument/2006/math"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m:rPr>
                          <m:sty m:val="p"/>
                        </m:rPr>
                        <a:rPr lang="en-US" b="0" i="0" baseline="-250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oMath>
                  </a14:m>
                  <a:r>
                    <a:rPr lang="en-US" dirty="0">
                      <a:solidFill>
                        <a:schemeClr val="bg1"/>
                      </a:solidFill>
                    </a:rPr>
                    <a:t>&gt;1 then n=N</a:t>
                  </a:r>
                </a:p>
                <a:p>
                  <a:r>
                    <a:rPr lang="en-US" dirty="0">
                      <a:solidFill>
                        <a:schemeClr val="bg1"/>
                      </a:solidFill>
                    </a:rPr>
                    <a:t>	   the fractions are same</a:t>
                  </a: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AF3BF42-A0D0-4D2B-5FE1-52B9DBA1B3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3026" y="4544126"/>
                  <a:ext cx="4116094" cy="1200329"/>
                </a:xfrm>
                <a:prstGeom prst="rect">
                  <a:avLst/>
                </a:prstGeom>
                <a:blipFill>
                  <a:blip r:embed="rId4"/>
                  <a:stretch>
                    <a:fillRect b="-76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153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C7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E23F36-954D-29FC-1029-55632CE7B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86255B-2C73-D522-6EA5-A114EB0FDC13}"/>
              </a:ext>
            </a:extLst>
          </p:cNvPr>
          <p:cNvSpPr txBox="1"/>
          <p:nvPr/>
        </p:nvSpPr>
        <p:spPr>
          <a:xfrm>
            <a:off x="627280" y="715380"/>
            <a:ext cx="78894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cs typeface="Arial" panose="020B0604020202020204" pitchFamily="34" charset="0"/>
              </a:rPr>
              <a:t>Some Applications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3B4FCF-C085-9EE4-3563-043AC53E8997}"/>
              </a:ext>
            </a:extLst>
          </p:cNvPr>
          <p:cNvSpPr/>
          <p:nvPr/>
        </p:nvSpPr>
        <p:spPr>
          <a:xfrm>
            <a:off x="1373541" y="3071667"/>
            <a:ext cx="2065291" cy="850053"/>
          </a:xfrm>
          <a:prstGeom prst="roundRect">
            <a:avLst/>
          </a:prstGeom>
          <a:solidFill>
            <a:srgbClr val="FF8C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Physics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0470FEF-93EC-BCCC-9F0A-978912CA8BEA}"/>
              </a:ext>
            </a:extLst>
          </p:cNvPr>
          <p:cNvSpPr/>
          <p:nvPr/>
        </p:nvSpPr>
        <p:spPr>
          <a:xfrm>
            <a:off x="540285" y="5124793"/>
            <a:ext cx="2065291" cy="850053"/>
          </a:xfrm>
          <a:prstGeom prst="roundRect">
            <a:avLst/>
          </a:prstGeom>
          <a:solidFill>
            <a:srgbClr val="FF8C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Algebra</a:t>
            </a:r>
            <a:endParaRPr lang="en-US" sz="48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9D49BA5-2629-2C75-15BE-40644AE65E24}"/>
              </a:ext>
            </a:extLst>
          </p:cNvPr>
          <p:cNvSpPr/>
          <p:nvPr/>
        </p:nvSpPr>
        <p:spPr>
          <a:xfrm>
            <a:off x="5304790" y="2501588"/>
            <a:ext cx="2065291" cy="850053"/>
          </a:xfrm>
          <a:prstGeom prst="roundRect">
            <a:avLst/>
          </a:prstGeom>
          <a:solidFill>
            <a:srgbClr val="FF8C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Number Theory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C8ACABF-823A-7726-02B3-0E193486D6CA}"/>
              </a:ext>
            </a:extLst>
          </p:cNvPr>
          <p:cNvSpPr/>
          <p:nvPr/>
        </p:nvSpPr>
        <p:spPr>
          <a:xfrm>
            <a:off x="3750982" y="4394159"/>
            <a:ext cx="2065291" cy="850053"/>
          </a:xfrm>
          <a:prstGeom prst="roundRect">
            <a:avLst/>
          </a:prstGeom>
          <a:solidFill>
            <a:srgbClr val="FF8C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Analysis</a:t>
            </a:r>
            <a:endParaRPr lang="en-US" sz="32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4846D09-C1A0-05E6-BDCF-77E12941F0FD}"/>
              </a:ext>
            </a:extLst>
          </p:cNvPr>
          <p:cNvSpPr/>
          <p:nvPr/>
        </p:nvSpPr>
        <p:spPr>
          <a:xfrm>
            <a:off x="6538428" y="4973908"/>
            <a:ext cx="2065291" cy="850053"/>
          </a:xfrm>
          <a:prstGeom prst="roundRect">
            <a:avLst/>
          </a:prstGeom>
          <a:solidFill>
            <a:srgbClr val="FF8C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Cryptography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68154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C7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D25727-7D1F-75BE-F052-4E09F0006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BB07E0-941F-E6F2-B9FF-A9ED8D3078CE}"/>
              </a:ext>
            </a:extLst>
          </p:cNvPr>
          <p:cNvSpPr txBox="1"/>
          <p:nvPr/>
        </p:nvSpPr>
        <p:spPr>
          <a:xfrm>
            <a:off x="579837" y="431479"/>
            <a:ext cx="46214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Quadratic equations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613106-E2C5-EB5A-CCAE-F38ED08EDFF2}"/>
              </a:ext>
            </a:extLst>
          </p:cNvPr>
          <p:cNvSpPr txBox="1"/>
          <p:nvPr/>
        </p:nvSpPr>
        <p:spPr>
          <a:xfrm>
            <a:off x="5201264" y="502632"/>
            <a:ext cx="353974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usual method yield, in general, irrational answers; therefore, we refer to CF method to get approximate roots in a rational form.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4E6418-AAC2-4D83-615B-1E2D854BF772}"/>
                  </a:ext>
                </a:extLst>
              </p:cNvPr>
              <p:cNvSpPr txBox="1"/>
              <p:nvPr/>
            </p:nvSpPr>
            <p:spPr>
              <a:xfrm>
                <a:off x="648668" y="1122112"/>
                <a:ext cx="17797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4E6418-AAC2-4D83-615B-1E2D854BF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668" y="1122112"/>
                <a:ext cx="1779783" cy="276999"/>
              </a:xfrm>
              <a:prstGeom prst="rect">
                <a:avLst/>
              </a:prstGeom>
              <a:blipFill>
                <a:blip r:embed="rId3"/>
                <a:stretch>
                  <a:fillRect l="-1370" t="-4348" r="-2740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 hidden="1">
            <a:extLst>
              <a:ext uri="{FF2B5EF4-FFF2-40B4-BE49-F238E27FC236}">
                <a16:creationId xmlns:a16="http://schemas.microsoft.com/office/drawing/2014/main" id="{31F71603-C1D2-ACE1-699D-229317D0065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gradFill>
            <a:gsLst>
              <a:gs pos="0">
                <a:srgbClr val="FF9719">
                  <a:shade val="30000"/>
                  <a:satMod val="115000"/>
                </a:srgbClr>
              </a:gs>
              <a:gs pos="51000">
                <a:srgbClr val="FF9719">
                  <a:shade val="67500"/>
                  <a:satMod val="115000"/>
                </a:srgbClr>
              </a:gs>
              <a:gs pos="100000">
                <a:srgbClr val="FF9719">
                  <a:shade val="100000"/>
                  <a:satMod val="115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115A57C-DA5D-A695-5A03-315CE006D08F}"/>
              </a:ext>
            </a:extLst>
          </p:cNvPr>
          <p:cNvGrpSpPr/>
          <p:nvPr/>
        </p:nvGrpSpPr>
        <p:grpSpPr>
          <a:xfrm>
            <a:off x="4917264" y="2328974"/>
            <a:ext cx="2494175" cy="3083812"/>
            <a:chOff x="638831" y="2923613"/>
            <a:chExt cx="2494175" cy="30838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2C55FC4-7104-318D-84FB-E6179775405F}"/>
                    </a:ext>
                  </a:extLst>
                </p:cNvPr>
                <p:cNvSpPr txBox="1"/>
                <p:nvPr/>
              </p:nvSpPr>
              <p:spPr>
                <a:xfrm>
                  <a:off x="638831" y="3408893"/>
                  <a:ext cx="2327112" cy="25985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−5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−6=0</m:t>
                        </m:r>
                      </m:oMath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−5− </m:t>
                        </m:r>
                        <m:f>
                          <m:f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=5+</m:t>
                        </m:r>
                        <m:f>
                          <m:f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oMath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=5+</m:t>
                        </m:r>
                        <m:f>
                          <m:f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US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5+</m:t>
                            </m:r>
                            <m:f>
                              <m:fPr>
                                <m:ctrlP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num>
                              <m:den>
                                <m:r>
                                  <a:rPr lang="en-US" sz="20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den>
                        </m:f>
                      </m:oMath>
                    </m:oMathPara>
                  </a14:m>
                  <a:endParaRPr lang="en-US" sz="2000" dirty="0">
                    <a:solidFill>
                      <a:schemeClr val="bg1"/>
                    </a:solidFill>
                  </a:endParaRPr>
                </a:p>
                <a:p>
                  <a:r>
                    <a:rPr lang="en-US" sz="2000" dirty="0">
                      <a:solidFill>
                        <a:schemeClr val="bg1"/>
                      </a:solidFill>
                    </a:rPr>
                    <a:t>    And so on…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2C55FC4-7104-318D-84FB-E617977540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831" y="3408893"/>
                  <a:ext cx="2327112" cy="2598532"/>
                </a:xfrm>
                <a:prstGeom prst="rect">
                  <a:avLst/>
                </a:prstGeom>
                <a:blipFill>
                  <a:blip r:embed="rId4"/>
                  <a:stretch>
                    <a:fillRect t="-469" b="-49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AB6C43E-75FF-A197-998D-D96DD4F1F5F1}"/>
                </a:ext>
              </a:extLst>
            </p:cNvPr>
            <p:cNvSpPr txBox="1"/>
            <p:nvPr/>
          </p:nvSpPr>
          <p:spPr>
            <a:xfrm>
              <a:off x="805894" y="2923613"/>
              <a:ext cx="2327112" cy="3817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General form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452D174-ED5E-1BB5-1FD1-15B7F056B3F3}"/>
              </a:ext>
            </a:extLst>
          </p:cNvPr>
          <p:cNvGrpSpPr/>
          <p:nvPr/>
        </p:nvGrpSpPr>
        <p:grpSpPr>
          <a:xfrm>
            <a:off x="1673568" y="2345668"/>
            <a:ext cx="2395942" cy="4080853"/>
            <a:chOff x="1760381" y="2052685"/>
            <a:chExt cx="2395942" cy="40808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F295C52-AB43-4E4E-B8F4-04A69C3B58EC}"/>
                    </a:ext>
                  </a:extLst>
                </p:cNvPr>
                <p:cNvSpPr txBox="1"/>
                <p:nvPr/>
              </p:nvSpPr>
              <p:spPr>
                <a:xfrm>
                  <a:off x="1829211" y="2483051"/>
                  <a:ext cx="2327112" cy="36504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−2=0</m:t>
                        </m:r>
                      </m:oMath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−1=1</m:t>
                        </m:r>
                      </m:oMath>
                      <m:oMath xmlns:m="http://schemas.openxmlformats.org/officeDocument/2006/math"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−1=</m:t>
                        </m:r>
                        <m:f>
                          <m:f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oMath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=1+</m:t>
                        </m:r>
                        <m:f>
                          <m:f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oMath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=1+</m:t>
                        </m:r>
                        <m:f>
                          <m:f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1+(1+</m:t>
                            </m:r>
                            <m:f>
                              <m:fPr>
                                <m:ctrlP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den>
                        </m:f>
                      </m:oMath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=1+</m:t>
                        </m:r>
                        <m:f>
                          <m:f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2+</m:t>
                            </m:r>
                            <m:f>
                              <m:fPr>
                                <m:ctrlP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den>
                        </m:f>
                      </m:oMath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=[1, 2, 2, 2, …]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F295C52-AB43-4E4E-B8F4-04A69C3B58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9211" y="2483051"/>
                  <a:ext cx="2327112" cy="3650487"/>
                </a:xfrm>
                <a:prstGeom prst="rect">
                  <a:avLst/>
                </a:prstGeom>
                <a:blipFill>
                  <a:blip r:embed="rId5"/>
                  <a:stretch>
                    <a:fillRect l="-1047" t="-334" b="-20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FA331C7-2BC6-9320-640D-DF709D76B2F9}"/>
                </a:ext>
              </a:extLst>
            </p:cNvPr>
            <p:cNvSpPr txBox="1"/>
            <p:nvPr/>
          </p:nvSpPr>
          <p:spPr>
            <a:xfrm>
              <a:off x="1760381" y="2052685"/>
              <a:ext cx="21532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Simple form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E93077D7-D00F-68BB-8A73-564EC3B8F242}"/>
              </a:ext>
            </a:extLst>
          </p:cNvPr>
          <p:cNvSpPr txBox="1"/>
          <p:nvPr/>
        </p:nvSpPr>
        <p:spPr>
          <a:xfrm>
            <a:off x="556852" y="1610628"/>
            <a:ext cx="292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8C01"/>
                </a:solidFill>
              </a:rPr>
              <a:t>Examples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377F3D0-3726-9BB4-EB5C-DA7C13102403}"/>
              </a:ext>
            </a:extLst>
          </p:cNvPr>
          <p:cNvCxnSpPr/>
          <p:nvPr/>
        </p:nvCxnSpPr>
        <p:spPr>
          <a:xfrm>
            <a:off x="579838" y="2054942"/>
            <a:ext cx="8062717" cy="0"/>
          </a:xfrm>
          <a:prstGeom prst="line">
            <a:avLst/>
          </a:prstGeom>
          <a:ln w="28575">
            <a:solidFill>
              <a:srgbClr val="FF8C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3828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C7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CF64BB-6F9D-0231-5B0D-CF5E44A47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 hidden="1">
            <a:extLst>
              <a:ext uri="{FF2B5EF4-FFF2-40B4-BE49-F238E27FC236}">
                <a16:creationId xmlns:a16="http://schemas.microsoft.com/office/drawing/2014/main" id="{CD213136-1A75-EC3A-8165-0500EEF97DE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gradFill>
            <a:gsLst>
              <a:gs pos="0">
                <a:srgbClr val="FF9719">
                  <a:shade val="30000"/>
                  <a:satMod val="115000"/>
                </a:srgbClr>
              </a:gs>
              <a:gs pos="51000">
                <a:srgbClr val="FF9719">
                  <a:shade val="67500"/>
                  <a:satMod val="115000"/>
                </a:srgbClr>
              </a:gs>
              <a:gs pos="100000">
                <a:srgbClr val="FF9719">
                  <a:shade val="100000"/>
                  <a:satMod val="115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E59003-A1A8-145D-0CBC-5B267366F19A}"/>
              </a:ext>
            </a:extLst>
          </p:cNvPr>
          <p:cNvSpPr txBox="1"/>
          <p:nvPr/>
        </p:nvSpPr>
        <p:spPr>
          <a:xfrm>
            <a:off x="619432" y="371741"/>
            <a:ext cx="7590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Hermite differential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0ADCFE9-2A87-9871-3ACC-5B5686B8EA69}"/>
                  </a:ext>
                </a:extLst>
              </p:cNvPr>
              <p:cNvSpPr txBox="1"/>
              <p:nvPr/>
            </p:nvSpPr>
            <p:spPr>
              <a:xfrm>
                <a:off x="768299" y="1465727"/>
                <a:ext cx="19601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acc>
                        <m:accPr>
                          <m:chr m:val="̇"/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0ADCFE9-2A87-9871-3ACC-5B5686B8E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299" y="1465727"/>
                <a:ext cx="1960152" cy="276999"/>
              </a:xfrm>
              <a:prstGeom prst="rect">
                <a:avLst/>
              </a:prstGeom>
              <a:blipFill>
                <a:blip r:embed="rId2"/>
                <a:stretch>
                  <a:fillRect l="-2484" t="-2174" r="-2484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22611CD-3885-EE2E-15E4-8845C2BB0773}"/>
                  </a:ext>
                </a:extLst>
              </p:cNvPr>
              <p:cNvSpPr txBox="1"/>
              <p:nvPr/>
            </p:nvSpPr>
            <p:spPr>
              <a:xfrm>
                <a:off x="741047" y="2115313"/>
                <a:ext cx="1987404" cy="800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ⅆ</m:t>
                          </m:r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func>
                        </m:num>
                        <m:den>
                          <m:r>
                            <a:rPr 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̇"/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̈"/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num>
                            <m:den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den>
                          </m:f>
                        </m:den>
                      </m:f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22611CD-3885-EE2E-15E4-8845C2BB0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047" y="2115313"/>
                <a:ext cx="1987404" cy="8002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001844B5-AC69-2900-445A-00919EB5AB1D}"/>
              </a:ext>
            </a:extLst>
          </p:cNvPr>
          <p:cNvSpPr txBox="1"/>
          <p:nvPr/>
        </p:nvSpPr>
        <p:spPr>
          <a:xfrm>
            <a:off x="619432" y="3067803"/>
            <a:ext cx="3952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Differentiating the first equation and few simple steps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E4FAE36-1CFA-DC33-75A9-4D633C8FAA85}"/>
              </a:ext>
            </a:extLst>
          </p:cNvPr>
          <p:cNvCxnSpPr>
            <a:cxnSpLocks/>
          </p:cNvCxnSpPr>
          <p:nvPr/>
        </p:nvCxnSpPr>
        <p:spPr>
          <a:xfrm>
            <a:off x="4572000" y="1465727"/>
            <a:ext cx="0" cy="4807252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850E3E7-E837-AFC9-D493-17FB3557F1ED}"/>
                  </a:ext>
                </a:extLst>
              </p:cNvPr>
              <p:cNvSpPr txBox="1"/>
              <p:nvPr/>
            </p:nvSpPr>
            <p:spPr>
              <a:xfrm>
                <a:off x="619432" y="4075917"/>
                <a:ext cx="2722990" cy="10823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ⅆ</m:t>
                          </m:r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func>
                        </m:num>
                        <m:den>
                          <m:r>
                            <a:rPr 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̇"/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2(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−1)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⃛"/>
                                      <m:ctrlP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num>
                                <m:den>
                                  <m:acc>
                                    <m:accPr>
                                      <m:chr m:val="̈"/>
                                      <m:ctrlP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den>
                              </m:f>
                            </m:den>
                          </m:f>
                        </m:den>
                      </m:f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850E3E7-E837-AFC9-D493-17FB3557F1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432" y="4075917"/>
                <a:ext cx="2722990" cy="10823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D1FE9B4-E4BB-6593-F45C-7B1AADA188B5}"/>
              </a:ext>
            </a:extLst>
          </p:cNvPr>
          <p:cNvSpPr txBox="1"/>
          <p:nvPr/>
        </p:nvSpPr>
        <p:spPr>
          <a:xfrm>
            <a:off x="540774" y="5520048"/>
            <a:ext cx="3224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Again differentiating the equation twice we 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859E03-D866-5228-F76C-441CE5C27D0F}"/>
                  </a:ext>
                </a:extLst>
              </p:cNvPr>
              <p:cNvSpPr txBox="1"/>
              <p:nvPr/>
            </p:nvSpPr>
            <p:spPr>
              <a:xfrm>
                <a:off x="5013392" y="1465727"/>
                <a:ext cx="3256596" cy="13759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ⅆ</m:t>
                          </m:r>
                          <m:func>
                            <m:func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func>
                        </m:num>
                        <m:den>
                          <m:r>
                            <a:rPr 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̇"/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en-US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𝑖𝑣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acc>
                                        <m:accPr>
                                          <m:chr m:val="⃛"/>
                                          <m:ctrlP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den>
                                  </m:f>
                                </m:den>
                              </m:f>
                            </m:den>
                          </m:f>
                        </m:den>
                      </m:f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859E03-D866-5228-F76C-441CE5C27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392" y="1465727"/>
                <a:ext cx="3256596" cy="13759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A2FE98B-2C61-406C-DF46-2838CA0D7145}"/>
              </a:ext>
            </a:extLst>
          </p:cNvPr>
          <p:cNvSpPr txBox="1"/>
          <p:nvPr/>
        </p:nvSpPr>
        <p:spPr>
          <a:xfrm>
            <a:off x="4910685" y="2931658"/>
            <a:ext cx="3456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Now </a:t>
            </a:r>
            <a:r>
              <a:rPr lang="el-GR" dirty="0">
                <a:solidFill>
                  <a:schemeClr val="bg1"/>
                </a:solidFill>
              </a:rPr>
              <a:t>α</a:t>
            </a:r>
            <a:r>
              <a:rPr lang="en-US" dirty="0">
                <a:solidFill>
                  <a:schemeClr val="bg1"/>
                </a:solidFill>
              </a:rPr>
              <a:t> can be </a:t>
            </a:r>
            <a:r>
              <a:rPr lang="el-GR" dirty="0">
                <a:solidFill>
                  <a:schemeClr val="bg1"/>
                </a:solidFill>
              </a:rPr>
              <a:t>α</a:t>
            </a:r>
            <a:r>
              <a:rPr lang="en-US" dirty="0">
                <a:solidFill>
                  <a:schemeClr val="bg1"/>
                </a:solidFill>
              </a:rPr>
              <a:t> = 0, 1, 2, 3, 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20A5302-D08F-5936-8B78-946334B2017B}"/>
                  </a:ext>
                </a:extLst>
              </p:cNvPr>
              <p:cNvSpPr txBox="1"/>
              <p:nvPr/>
            </p:nvSpPr>
            <p:spPr>
              <a:xfrm>
                <a:off x="4326723" y="3775599"/>
                <a:ext cx="3868994" cy="13849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  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</m:oMath>
                    <m:oMath xmlns:m="http://schemas.openxmlformats.org/officeDocument/2006/math"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  →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</m:oMath>
                    <m:oMath xmlns:m="http://schemas.openxmlformats.org/officeDocument/2006/math"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  →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(2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br>
                  <a:rPr lang="en-US" dirty="0">
                    <a:solidFill>
                      <a:schemeClr val="bg1"/>
                    </a:solidFill>
                  </a:rPr>
                </a:br>
                <a:br>
                  <a:rPr lang="en-US" dirty="0">
                    <a:solidFill>
                      <a:schemeClr val="bg1"/>
                    </a:solidFill>
                  </a:rPr>
                </a:br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20A5302-D08F-5936-8B78-946334B20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723" y="3775599"/>
                <a:ext cx="3868994" cy="13849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3DC4902B-00C0-6FE1-7BF0-03483B400F30}"/>
              </a:ext>
            </a:extLst>
          </p:cNvPr>
          <p:cNvSpPr txBox="1"/>
          <p:nvPr/>
        </p:nvSpPr>
        <p:spPr>
          <a:xfrm>
            <a:off x="4910685" y="5243049"/>
            <a:ext cx="36379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These polynomials are first few Hermite polynomials with a appropriate c</a:t>
            </a:r>
          </a:p>
        </p:txBody>
      </p:sp>
    </p:spTree>
    <p:extLst>
      <p:ext uri="{BB962C8B-B14F-4D97-AF65-F5344CB8AC3E}">
        <p14:creationId xmlns:p14="http://schemas.microsoft.com/office/powerpoint/2010/main" val="3831035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C7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F0FC25-B1EE-8F61-A4DF-D31BF79D7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 hidden="1">
            <a:extLst>
              <a:ext uri="{FF2B5EF4-FFF2-40B4-BE49-F238E27FC236}">
                <a16:creationId xmlns:a16="http://schemas.microsoft.com/office/drawing/2014/main" id="{A35DD4E6-1177-DB8E-85F0-0A5107B7A8B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gradFill>
            <a:gsLst>
              <a:gs pos="0">
                <a:srgbClr val="FF9719">
                  <a:shade val="30000"/>
                  <a:satMod val="115000"/>
                </a:srgbClr>
              </a:gs>
              <a:gs pos="51000">
                <a:srgbClr val="FF9719">
                  <a:shade val="67500"/>
                  <a:satMod val="115000"/>
                </a:srgbClr>
              </a:gs>
              <a:gs pos="100000">
                <a:srgbClr val="FF9719">
                  <a:shade val="100000"/>
                  <a:satMod val="115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3A8C87-547F-8774-9F27-543D320DFDB6}"/>
              </a:ext>
            </a:extLst>
          </p:cNvPr>
          <p:cNvSpPr txBox="1"/>
          <p:nvPr/>
        </p:nvSpPr>
        <p:spPr>
          <a:xfrm>
            <a:off x="422787" y="353961"/>
            <a:ext cx="67645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Finding roots of real numbers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4E99DC-9C00-020E-5AFF-71A55C627054}"/>
              </a:ext>
            </a:extLst>
          </p:cNvPr>
          <p:cNvSpPr txBox="1"/>
          <p:nvPr/>
        </p:nvSpPr>
        <p:spPr>
          <a:xfrm>
            <a:off x="599767" y="1382505"/>
            <a:ext cx="1248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Method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DEC21-4716-2633-4E83-2F342B51BCBC}"/>
              </a:ext>
            </a:extLst>
          </p:cNvPr>
          <p:cNvSpPr txBox="1"/>
          <p:nvPr/>
        </p:nvSpPr>
        <p:spPr>
          <a:xfrm>
            <a:off x="2094270" y="1405165"/>
            <a:ext cx="67645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To get the square root of a certain number A and if a is the largest number such that its square is less than A; then we can compute the square root of A as shown in the example below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49A233-6027-ACD2-89CF-AA03CAA3B5F4}"/>
              </a:ext>
            </a:extLst>
          </p:cNvPr>
          <p:cNvSpPr txBox="1"/>
          <p:nvPr/>
        </p:nvSpPr>
        <p:spPr>
          <a:xfrm>
            <a:off x="599767" y="2315667"/>
            <a:ext cx="1189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8C01"/>
                </a:solidFill>
              </a:rPr>
              <a:t>Example</a:t>
            </a:r>
            <a:r>
              <a:rPr lang="en-US" dirty="0">
                <a:solidFill>
                  <a:srgbClr val="FF8C01"/>
                </a:solidFill>
              </a:rPr>
              <a:t>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D746AC-1A9A-AA7A-39B6-28A15C497BE1}"/>
              </a:ext>
            </a:extLst>
          </p:cNvPr>
          <p:cNvCxnSpPr/>
          <p:nvPr/>
        </p:nvCxnSpPr>
        <p:spPr>
          <a:xfrm>
            <a:off x="599767" y="2733368"/>
            <a:ext cx="7796981" cy="0"/>
          </a:xfrm>
          <a:prstGeom prst="line">
            <a:avLst/>
          </a:prstGeom>
          <a:ln w="28575">
            <a:solidFill>
              <a:srgbClr val="FF8C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C4A83E-2595-705C-1FDA-FBEC86A30085}"/>
                  </a:ext>
                </a:extLst>
              </p:cNvPr>
              <p:cNvSpPr txBox="1"/>
              <p:nvPr/>
            </p:nvSpPr>
            <p:spPr>
              <a:xfrm>
                <a:off x="4262284" y="3040062"/>
                <a:ext cx="4960374" cy="30428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:br>
                  <a:rPr lang="en-US" dirty="0">
                    <a:solidFill>
                      <a:schemeClr val="bg1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1+1+</m:t>
                          </m:r>
                          <m:f>
                            <m:f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br>
                  <a:rPr lang="en-US" dirty="0">
                    <a:solidFill>
                      <a:schemeClr val="bg1"/>
                    </a:solidFill>
                  </a:rPr>
                </a:br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C4A83E-2595-705C-1FDA-FBEC86A30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2284" y="3040062"/>
                <a:ext cx="4960374" cy="30428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04CFE9D-0645-6891-AB3C-B721F26D6B95}"/>
                  </a:ext>
                </a:extLst>
              </p:cNvPr>
              <p:cNvSpPr txBox="1"/>
              <p:nvPr/>
            </p:nvSpPr>
            <p:spPr>
              <a:xfrm>
                <a:off x="422787" y="3368594"/>
                <a:ext cx="4572000" cy="21047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=1+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den>
                      </m:f>
                    </m:oMath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>
                            <m:f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04CFE9D-0645-6891-AB3C-B721F26D6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87" y="3368594"/>
                <a:ext cx="4572000" cy="21047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6F92CD8-BCA2-39F3-4ED8-5216BCF64256}"/>
                  </a:ext>
                </a:extLst>
              </p:cNvPr>
              <p:cNvSpPr txBox="1"/>
              <p:nvPr/>
            </p:nvSpPr>
            <p:spPr>
              <a:xfrm>
                <a:off x="5476566" y="5670842"/>
                <a:ext cx="1865191" cy="3099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=[1, 2, 2, 2, …]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6F92CD8-BCA2-39F3-4ED8-5216BCF64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6566" y="5670842"/>
                <a:ext cx="1865191" cy="309957"/>
              </a:xfrm>
              <a:prstGeom prst="rect">
                <a:avLst/>
              </a:prstGeom>
              <a:blipFill>
                <a:blip r:embed="rId5"/>
                <a:stretch>
                  <a:fillRect r="-4248" b="-35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4">
            <a:extLst>
              <a:ext uri="{FF2B5EF4-FFF2-40B4-BE49-F238E27FC236}">
                <a16:creationId xmlns:a16="http://schemas.microsoft.com/office/drawing/2014/main" id="{4761AD4E-9462-67D5-58F1-8A2315CA2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767" y="6317172"/>
            <a:ext cx="730045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B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ecause of limited time, I skipped the two other methods and the method of finding n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root. 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992BF21-CC74-15B7-04B1-AD2ECE32C03B}"/>
              </a:ext>
            </a:extLst>
          </p:cNvPr>
          <p:cNvCxnSpPr>
            <a:cxnSpLocks/>
          </p:cNvCxnSpPr>
          <p:nvPr/>
        </p:nvCxnSpPr>
        <p:spPr>
          <a:xfrm>
            <a:off x="594851" y="6317172"/>
            <a:ext cx="795429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B73451-8F36-DFD6-E9B2-9211A9CCDE05}"/>
                  </a:ext>
                </a:extLst>
              </p:cNvPr>
              <p:cNvSpPr txBox="1"/>
              <p:nvPr/>
            </p:nvSpPr>
            <p:spPr>
              <a:xfrm>
                <a:off x="1006302" y="2849480"/>
                <a:ext cx="3039535" cy="40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𝐻𝑒𝑟𝑒</m:t>
                      </m:r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B73451-8F36-DFD6-E9B2-9211A9CCD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302" y="2849480"/>
                <a:ext cx="3039535" cy="4019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3784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C7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7857A9-A20B-B232-F52C-04416D474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 hidden="1">
            <a:extLst>
              <a:ext uri="{FF2B5EF4-FFF2-40B4-BE49-F238E27FC236}">
                <a16:creationId xmlns:a16="http://schemas.microsoft.com/office/drawing/2014/main" id="{98F8C603-549B-DF02-BE9C-38F65A51B4B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gradFill>
            <a:gsLst>
              <a:gs pos="0">
                <a:srgbClr val="FF9719">
                  <a:shade val="30000"/>
                  <a:satMod val="115000"/>
                </a:srgbClr>
              </a:gs>
              <a:gs pos="51000">
                <a:srgbClr val="FF9719">
                  <a:shade val="67500"/>
                  <a:satMod val="115000"/>
                </a:srgbClr>
              </a:gs>
              <a:gs pos="100000">
                <a:srgbClr val="FF9719">
                  <a:shade val="100000"/>
                  <a:satMod val="115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A76180-4320-0BF8-AF6E-F1863FC080CC}"/>
              </a:ext>
            </a:extLst>
          </p:cNvPr>
          <p:cNvSpPr txBox="1"/>
          <p:nvPr/>
        </p:nvSpPr>
        <p:spPr>
          <a:xfrm>
            <a:off x="427704" y="245410"/>
            <a:ext cx="805753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Comparison between the Use of CF and</a:t>
            </a:r>
          </a:p>
          <a:p>
            <a:r>
              <a:rPr lang="en-US" sz="3600" b="1" dirty="0">
                <a:solidFill>
                  <a:schemeClr val="bg1"/>
                </a:solidFill>
              </a:rPr>
              <a:t>Some Other Numerical Methods in Computing Roots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24441D96-834E-D777-5F81-D264A27C73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0227084"/>
                  </p:ext>
                </p:extLst>
              </p:nvPr>
            </p:nvGraphicFramePr>
            <p:xfrm>
              <a:off x="1524000" y="2724277"/>
              <a:ext cx="6096000" cy="1409446"/>
            </p:xfrm>
            <a:graphic>
              <a:graphicData uri="http://schemas.openxmlformats.org/drawingml/2006/table">
                <a:tbl>
                  <a:tblPr firstRow="1" bandRow="1">
                    <a:tableStyleId>{72833802-FEF1-4C79-8D5D-14CF1EAF98D9}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val="85744853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3475082978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805669477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31340382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</a:rPr>
                            <a:t>Number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</a:rPr>
                            <a:t>CFM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</a:rPr>
                            <a:t>GM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</a:rPr>
                            <a:t>NRM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97222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n>
                                      <a:noFill/>
                                    </a:ln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1.4142136248</m:t>
                                </m:r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</a:rPr>
                            <a:t>1.41421356237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</a:rPr>
                            <a:t>1.41421356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1837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en-US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mtClean="0">
                                        <a:ln>
                                          <a:noFill/>
                                        </a:ln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US" b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56423456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</a:rPr>
                            <a:t>383.54815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</a:rPr>
                            <a:t>383.54815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</a:rPr>
                            <a:t>383.54815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16577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24441D96-834E-D777-5F81-D264A27C73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0227084"/>
                  </p:ext>
                </p:extLst>
              </p:nvPr>
            </p:nvGraphicFramePr>
            <p:xfrm>
              <a:off x="1524000" y="2724277"/>
              <a:ext cx="6096000" cy="1411097"/>
            </p:xfrm>
            <a:graphic>
              <a:graphicData uri="http://schemas.openxmlformats.org/drawingml/2006/table">
                <a:tbl>
                  <a:tblPr firstRow="1" bandRow="1">
                    <a:tableStyleId>{72833802-FEF1-4C79-8D5D-14CF1EAF98D9}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val="85744853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3475082978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805669477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31340382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</a:rPr>
                            <a:t>Number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</a:rPr>
                            <a:t>CFM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</a:rPr>
                            <a:t>GM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</a:rPr>
                            <a:t>NRM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19722217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" t="-61321" r="-300800" b="-745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400" t="-61321" r="-200800" b="-745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</a:rPr>
                            <a:t>1.41421356237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</a:rPr>
                            <a:t>1.41421356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183747"/>
                      </a:ext>
                    </a:extLst>
                  </a:tr>
                  <a:tr h="4052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" t="-255224" r="-300800" b="-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</a:rPr>
                            <a:t>383.54815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</a:rPr>
                            <a:t>383.54815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</a:rPr>
                            <a:t>383.54815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165775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64D47B37-4FAA-0149-CD2A-677094845750}"/>
              </a:ext>
            </a:extLst>
          </p:cNvPr>
          <p:cNvGrpSpPr/>
          <p:nvPr/>
        </p:nvGrpSpPr>
        <p:grpSpPr>
          <a:xfrm>
            <a:off x="1214284" y="4673598"/>
            <a:ext cx="6715432" cy="979179"/>
            <a:chOff x="904568" y="4673598"/>
            <a:chExt cx="6715432" cy="9791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B31F471-8300-1B26-4AD5-DE4A735D765F}"/>
                    </a:ext>
                  </a:extLst>
                </p:cNvPr>
                <p:cNvSpPr txBox="1"/>
                <p:nvPr/>
              </p:nvSpPr>
              <p:spPr>
                <a:xfrm>
                  <a:off x="5142271" y="4673598"/>
                  <a:ext cx="2477729" cy="97917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1"/>
                      </a:solidFill>
                    </a:rPr>
                    <a:t>CF 10 steps for</a:t>
                  </a:r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a14:m>
                  <a:r>
                    <a:rPr lang="en-US" dirty="0">
                      <a:solidFill>
                        <a:schemeClr val="bg1"/>
                      </a:solidFill>
                    </a:rPr>
                    <a:t> and 5 steps for </a:t>
                  </a:r>
                  <a14:m>
                    <m:oMath xmlns:m="http://schemas.openxmlformats.org/officeDocument/2006/math">
                      <m:rad>
                        <m:ra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56423456</m:t>
                          </m:r>
                        </m:e>
                      </m:rad>
                    </m:oMath>
                  </a14:m>
                  <a:endParaRPr lang="en-US" dirty="0">
                    <a:solidFill>
                      <a:schemeClr val="bg1"/>
                    </a:solidFill>
                  </a:endParaRPr>
                </a:p>
                <a:p>
                  <a:r>
                    <a:rPr lang="en-US" dirty="0">
                      <a:solidFill>
                        <a:schemeClr val="bg1"/>
                      </a:solidFill>
                    </a:rPr>
                    <a:t>NRM 5 steps for both</a:t>
                  </a: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B31F471-8300-1B26-4AD5-DE4A735D76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2271" y="4673598"/>
                  <a:ext cx="2477729" cy="979179"/>
                </a:xfrm>
                <a:prstGeom prst="rect">
                  <a:avLst/>
                </a:prstGeom>
                <a:blipFill>
                  <a:blip r:embed="rId3"/>
                  <a:stretch>
                    <a:fillRect l="-1966" t="-625" b="-93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C73232B-41DA-3333-F301-569FE1D2A781}"/>
                </a:ext>
              </a:extLst>
            </p:cNvPr>
            <p:cNvSpPr txBox="1"/>
            <p:nvPr/>
          </p:nvSpPr>
          <p:spPr>
            <a:xfrm>
              <a:off x="904568" y="4673598"/>
              <a:ext cx="39427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General Method (GM) is slow but exact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168A378-56B5-E186-F66B-5C15AC30AE21}"/>
                </a:ext>
              </a:extLst>
            </p:cNvPr>
            <p:cNvSpPr txBox="1"/>
            <p:nvPr/>
          </p:nvSpPr>
          <p:spPr>
            <a:xfrm>
              <a:off x="904568" y="5151759"/>
              <a:ext cx="19861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NRM &gt; CFM &gt; GM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3652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C7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D02797-4150-64F0-05DD-BC164BAC4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86A662E-443C-8D58-7643-9D34337C671D}"/>
              </a:ext>
            </a:extLst>
          </p:cNvPr>
          <p:cNvSpPr txBox="1"/>
          <p:nvPr/>
        </p:nvSpPr>
        <p:spPr>
          <a:xfrm>
            <a:off x="556126" y="481266"/>
            <a:ext cx="3391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Computation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9A4D67-52B8-678B-12BD-B12AF648A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1375"/>
            <a:ext cx="9144000" cy="457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82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C7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FB0223-D42D-C0F8-E672-6FA88ECF7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CF181F-6A38-4444-4245-9751306223C5}"/>
              </a:ext>
            </a:extLst>
          </p:cNvPr>
          <p:cNvSpPr txBox="1"/>
          <p:nvPr/>
        </p:nvSpPr>
        <p:spPr>
          <a:xfrm>
            <a:off x="481584" y="996697"/>
            <a:ext cx="527304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Thank you for your attention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F1912D7-DF2D-2E15-32FB-1B3CE0FDB271}"/>
              </a:ext>
            </a:extLst>
          </p:cNvPr>
          <p:cNvGrpSpPr/>
          <p:nvPr/>
        </p:nvGrpSpPr>
        <p:grpSpPr>
          <a:xfrm>
            <a:off x="3445763" y="3737651"/>
            <a:ext cx="4878327" cy="1938993"/>
            <a:chOff x="3653026" y="3538380"/>
            <a:chExt cx="4878326" cy="193899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D86B678-7F06-ED08-DEBD-C66404B12A30}"/>
                </a:ext>
              </a:extLst>
            </p:cNvPr>
            <p:cNvSpPr txBox="1"/>
            <p:nvPr/>
          </p:nvSpPr>
          <p:spPr>
            <a:xfrm>
              <a:off x="3653026" y="3538380"/>
              <a:ext cx="148590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Reference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8F80F89-4D87-C9FD-21A4-293904CED377}"/>
                </a:ext>
              </a:extLst>
            </p:cNvPr>
            <p:cNvSpPr txBox="1"/>
            <p:nvPr/>
          </p:nvSpPr>
          <p:spPr>
            <a:xfrm flipH="1">
              <a:off x="3653026" y="4000045"/>
              <a:ext cx="4878326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bg1"/>
                  </a:solidFill>
                </a:rPr>
                <a:t>Ibran</a:t>
              </a:r>
              <a:r>
                <a:rPr lang="en-US" dirty="0">
                  <a:solidFill>
                    <a:schemeClr val="bg1"/>
                  </a:solidFill>
                </a:rPr>
                <a:t>, Z.M., </a:t>
              </a:r>
              <a:r>
                <a:rPr lang="en-US" dirty="0" err="1">
                  <a:solidFill>
                    <a:schemeClr val="bg1"/>
                  </a:solidFill>
                </a:rPr>
                <a:t>Aljatlawi</a:t>
              </a:r>
              <a:r>
                <a:rPr lang="en-US" dirty="0">
                  <a:solidFill>
                    <a:schemeClr val="bg1"/>
                  </a:solidFill>
                </a:rPr>
                <a:t>, E.A. and </a:t>
              </a:r>
              <a:r>
                <a:rPr lang="en-US" dirty="0" err="1">
                  <a:solidFill>
                    <a:schemeClr val="bg1"/>
                  </a:solidFill>
                </a:rPr>
                <a:t>Awin</a:t>
              </a:r>
              <a:r>
                <a:rPr lang="en-US" dirty="0">
                  <a:solidFill>
                    <a:schemeClr val="bg1"/>
                  </a:solidFill>
                </a:rPr>
                <a:t>, A.M. (2022) On Continued Fractions and Their Applications.</a:t>
              </a:r>
            </a:p>
            <a:p>
              <a:r>
                <a:rPr lang="en-US" dirty="0">
                  <a:solidFill>
                    <a:schemeClr val="bg1"/>
                  </a:solidFill>
                </a:rPr>
                <a:t>Journal of Applied Mathematics and Physics, 10, 142-159.</a:t>
              </a:r>
            </a:p>
            <a:p>
              <a:endParaRPr 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8275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FF9719">
                <a:shade val="30000"/>
                <a:satMod val="115000"/>
              </a:srgbClr>
            </a:gs>
            <a:gs pos="50000">
              <a:srgbClr val="FF9719">
                <a:shade val="67500"/>
                <a:satMod val="115000"/>
              </a:srgbClr>
            </a:gs>
            <a:gs pos="100000">
              <a:srgbClr val="FF9719">
                <a:shade val="100000"/>
                <a:satMod val="115000"/>
              </a:srgbClr>
            </a:gs>
          </a:gsLst>
          <a:lin ang="2700000" scaled="1"/>
          <a:tileRect/>
        </a:gradFill>
        <a:ln>
          <a:noFill/>
        </a:ln>
      </a:spPr>
      <a:bodyPr rtlCol="0" anchor="ctr"/>
      <a:lstStyle>
        <a:defPPr algn="l">
          <a:defRPr i="1" dirty="0" smtClean="0">
            <a:solidFill>
              <a:schemeClr val="bg1"/>
            </a:solidFill>
            <a:latin typeface="Cambria Math" panose="02040503050406030204" pitchFamily="18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781</TotalTime>
  <Words>919</Words>
  <Application>Microsoft Office PowerPoint</Application>
  <PresentationFormat>On-screen Show (4:3)</PresentationFormat>
  <Paragraphs>118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Mobin Jalilifard</dc:creator>
  <cp:lastModifiedBy>Mobin Jalilifard</cp:lastModifiedBy>
  <cp:revision>1</cp:revision>
  <dcterms:created xsi:type="dcterms:W3CDTF">2024-12-18T20:26:25Z</dcterms:created>
  <dcterms:modified xsi:type="dcterms:W3CDTF">2025-03-09T18:54:29Z</dcterms:modified>
</cp:coreProperties>
</file>